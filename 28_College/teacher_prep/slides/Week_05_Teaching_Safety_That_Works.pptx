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Start with the group agreements and the routine: Hackles up? Pause. Check. Tell. This deck is a plain outline. Adapt the words, keep the structure. No student data appears anywhere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outcomes aloud and ask what a learner could show by the end of the session. Each outcome maps to an Academy competency (A to F), InTASC and ISTE Educator standards [VERIFY codes] in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 for this week. Keep rehearsals short and scripted at first. Let candidates play the helper, never the victim. 'Gamification' caution: games that teach the skill, never the harm. If someone laughs nervously during a role-play, name it kindly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'never share personal information' is not enough alone: it is vague and children cannot follow it perfectly. Ask who is asking, why, and tell a trusted adult.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child who has said 'I need help' ten times in a silly voice can say it once in a hard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'Why did you click it?' with 'What happened next?' Never use stupid, dumb or naive.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checklist again in Week 6 for the micro-teach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instructions are in the Weekly Plans document. Concepts Lab: None required; Demo 1 or Demo 3 can be a model of a Concepts Lab 'good lesson' in the debrief. Facilitator Kit method: Say-It-Right Relay (Segment 5; H10) and the Hackles Relay from Micro-PD Session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LMS module for the exact items. Remind candidates that no student names, work, passwords or incident details go into any assignment. Quiz mastery is 8 of 10 with a retake.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calmly: one breath together. Stay for ten minutes for questions. Never leave a candidate who seems distressed alone; follow the counselor partner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88720"/>
            <a:ext cx="11064240" cy="2011680"/>
          </a:xfrm>
        </p:spPr>
        <p:txBody>
          <a:bodyPr wrap="square" anchor="b"/>
          <a:lstStyle/>
          <a:p>
            <a:pPr algn="l"/>
            <a:r>
              <a:rPr sz="3400" b="1">
                <a:solidFill>
                  <a:srgbClr val="2B2D42"/>
                </a:solidFill>
                <a:latin typeface="Calibri"/>
              </a:rPr>
              <a:t>Week 5: Teaching Safety That 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474720"/>
            <a:ext cx="11064240" cy="1280160"/>
          </a:xfrm>
        </p:spPr>
        <p:txBody>
          <a:bodyPr wrap="square"/>
          <a:lstStyle/>
          <a:p>
            <a:pPr algn="l"/>
            <a:r>
              <a:rPr sz="2400">
                <a:solidFill>
                  <a:srgbClr val="2F6F73"/>
                </a:solidFill>
                <a:latin typeface="Calibri"/>
              </a:rPr>
              <a:t>Teaching Digital Safety and Cybersecurity in K-12 | Hackles College Edition | Academy module M4</a:t>
            </a:r>
          </a:p>
        </p:txBody>
      </p:sp>
      <p:sp>
        <p:nvSpPr>
          <p:cNvPr id="4" name="TextBox 3" descr="Copyright and license notice for these slides.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A5C70"/>
                </a:solidFill>
                <a:latin typeface="Calibri"/>
              </a:rPr>
              <a:t>© 2026 Competence Collective. Lesson text and teaching materials CC BY-NC 4.0. The Hackles name, logos, characters and artwork are not covered by that license: print and share them unaltered for classroom and family use; any other use needs written permission. [VERIFY with counsel]</a:t>
            </a:r>
          </a:p>
        </p:txBody>
      </p:sp>
      <p:sp>
        <p:nvSpPr>
          <p:cNvPr id="5" name="Rectangle 4" descr="Decorative orange rule under the slide title."/>
          <p:cNvSpPr/>
          <p:nvPr/>
        </p:nvSpPr>
        <p:spPr>
          <a:xfrm>
            <a:off x="548640" y="324612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Learning outcomes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4: Design, teach and refine a skills-based 15-minute Hackles lesson (Hook 2, Activity 8, Discuss 3, Takeaway 2) and a five-lesson unit that spirals across a grade band and maps to standards.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Agenda (3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0:00  Opening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0:10  Five rules, five minutes each (20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0:30  Activity 4.1 Fix the Fear Lesson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1:00  Break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1:10  Activity 4.2 Shame-Free Translator (25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1:35  Say-It-Right Relay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2:05  Activity 4.3 Design a Rehearsal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2:35  Unit plan launch and the spiral (15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2:50  Closing (10 min)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Rule 1: Skills over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Information tells a child what is true; a skill is something they can do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Finish the sentence: After this, students can ____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Example: 'No, I'll check with my grown-up' beats 'Don't share personal information'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Rules 2 and 3: Rehearse; stay calm and hopeful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Practice out loud, with your body, several times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Role-play 1 to 3 minutes; the adult plays the difficult person; students play the helper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Replace the threat with the tool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Fear appeals: evidence mixed; direct evidence in online safety is thin [VERIFY]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Rules 4 and 5: Shame-free language; spiral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false alarm is fine and welcome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It is never your fault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You will not be in trouble for telling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Revisit the same strands each year a little deeper; ten lessons, then three-minute check-ins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Good lesson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One clear skill and a rehearsal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No fear, no shame, no graphic detail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role other than victim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Ends with who to tell and 'you are never in trouble for telling'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About 15 minutes; a way to check; a safe way to disclose, and the teacher is ready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Key activities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Five rules, five minutes each (20 min): Skills over information; rehearse out loud; calm and hopeful (no fear appeals); shame-free....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Activity 4.1 Fix the Fear Lesson (30 min): Teams rewrite a fear-based lesson into a skill-based lesson.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Activity 4.2 Shame-Free Translator (25 min): Translate shaming phrases into shame-free ones.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Say-It-Right Relay (30 min): Facilitator Kit method (Half-Day Guide, Segment 5; Handout H10 cards R1 to R16).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Activity 4.3 Design a Rehearsal (30 min): Choose one skill (say no, leave, block, report, tell).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Due, assigned and field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Due this week: Journal entry 4. Module 3 self-check. Field observation 1.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Assigned: Journal entry 5. Unit plan proposal (one page) due Week 6. Module 4 self-check due Week 6.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Field tie-in: Field observation 2 (about 1.5 hours): observe a lesson and score it with the Fun, Safe, Skill-based rubric (Peer Coaching Guide, Section 3), without comparing teachers. Note one 'glow' only.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Close and open 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Exit ticket: one sentence about what you will try this week.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false alarm is fine. It is never your fault. You will not be in trouble for telling.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If anything today made you think of something, talk to your instructor or the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Next week: Running a 15-Minute Hackles Lesson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5: Teaching Safety That Works</dc:title>
  <dc:subject>Teaching Digital Safety and Cybersecurity in K-12</dc:subject>
  <dc:creator>Competence Collective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