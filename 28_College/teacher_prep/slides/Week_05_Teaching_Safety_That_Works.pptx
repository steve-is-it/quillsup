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Keep rehearsals short and scripted at first. Let candidates play the helper, never the victim. 'Gamification' caution: games that teach the skill, never the harm. If someone laughs nervously during a role-play, name it kindly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'never share personal information' is not enough alone: it is vague and children cannot follow it perfectly. Ask who is asking, why, and tell a trusted adult.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child who has said 'I need help' ten times in a silly voice can say it once in a hard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'Why did you click it?' with 'What happened next?' Never use stupid, dumb or naive.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checklist again in Week 6 for the micro-teach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None required; Demo 1 or Demo 3 can be a model of a Concepts Lab 'good lesson' in the debrief. Facilitator Kit method: Say-It-Right Relay (Segment 5; H10) and the Hackles Relay from Micro-PD Session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5: Teaching Safety That Works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M4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4: Design, teach and refine a skills-based 15-minute Hackles lesson (Hook 2, Activity 8, Discuss 3, Takeaway 2) and a five-lesson unit that spirals across a grade band and maps to standards.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Five rules, five minutes each (20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0:30  Activity 4.1 Fix the Fear Lesson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1:00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1:10  Activity 4.2 Shame-Free Translator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1:35  Say-It-Right Relay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2:05  Activity 4.3 Design a Rehearsal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2:35  Unit plan launch and the spiral (15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Rule 1: Skills over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Information tells a child what is true; a skill is something they can do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Finish the sentence: After this, students can ____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Example: 'No, I'll check with my grown-up' beats 'Don't share personal information'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Rules 2 and 3: Rehearse; stay calm and hopeful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Practice out loud, with your body, several times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Role-play 1 to 3 minutes; the adult plays the difficult person; students play the helper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Replace the threat with the tool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Fear appeals: evidence mixed; direct evidence in online safety is thin [VERIFY]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Rules 4 and 5: Shame-free language; spiral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 and welcome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It is never your fault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You will not be in trouble for telling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Revisit the same strands each year a little deeper; ten lessons, then three-minute check-ins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Good lesson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One clear skill and a rehearsal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No fear, no shame, no graphic detail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role other than victim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Ends with who to tell and 'you are never in trouble for telling'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About 15 minutes; a way to check; a safe way to disclose, and the teacher is ready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Five rules, five minutes each (20 min): Skills over information; rehearse out loud; calm and hopeful (no fear appeals); shame-free....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Activity 4.1 Fix the Fear Lesson (30 min): Teams rewrite a fear-based lesson into a skill-based lesson.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Activity 4.2 Shame-Free Translator (25 min): Translate shaming phrases into shame-free ones.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Say-It-Right Relay (30 min): Facilitator Kit method (Half-Day Guide, Segment 5; Handout H10 cards R1 to R16).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Activity 4.3 Design a Rehearsal (30 min): Choose one skill (say no, leave, block, report, tell).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Journal entry 4. Module 3 self-check. Field observation 1.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Journal entry 5. Unit plan proposal (one page) due Week 6. Module 4 self-check due Week 6.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Field observation 2 (about 1.5 hours): observe a lesson and score it with the Fun, Safe, Skill-based rubric (Peer Coaching Guide, Section 3), without comparing teachers. Note one 'glow' only.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Running a 15-Minute Hackles Lesson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5: Teaching Safety That Works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