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Everything uses fake data. If a student starts to type a real password into any device, stop the activity gently and reset: 'We use pretend words today.' Some students use shared devices or have little tech confidence; pair them with a buddy, and offer the paper versions of every demo. Demo 1 timings are arithmetic checked in the kit's Round 1 report; the guess rate is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dice from Demo 1 to make the idea physical. Nobody states a real password. CISA's wording: at least 16 characters or 5 to 7 unrelated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CISA says SMS or voice codes should be a last resort among MFA options and that FIDO/WebAuthn is the widely available phishing-resistant option [VERIFIED in kit]. Any code can be tricked out of you, so the code rule still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light. The hopeful message to students: if you have a second copy, nobody can hold your files hostage.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pairs to produce their own sentence for one band and say it aloud. Notice the verbs.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Demo 1, Demo 6 (in class); Demo 7 and Demo 10 short versions (in class); Demo 2 Mystery Fingerprints Part A (do it yourself before Week 3). Optional specialist stations: Demos 4 and 5. Facilitator Kit method: Do, Debrief, Teach (Concepts Lab Index, Part 2) and Pit Crew station style (Half-Day Guide, Segment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2: The Cybersecurity You Need I: Accounts, Updates and Backups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M2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2: Demonstrate and explain basic personal and classroom security habits (unique passphrases or passkeys, 2-step verification, phishing recognition, updates, backups, privacy settings) using fake data only, and say each one in words suited to a learner's age.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Concepts Lab Demo 1: Why Long Passphrases Win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0:35  Activity 2.1 Password Makeover (fake data only)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1:05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1:15  Concepts Lab Demo 6: Two Locks Are Better Than One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1:45  Concepts Lab Demo 7 and Demo 10 (short versions) (20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2:05  Turn it into a teaching move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2:35  Honest limits and the Recovery Map (15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Length beats cleverness; reuse is the real enemy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 leak opens every door that shares a key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Five or more unrelated words, at least 15 characters; random beats clever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NIST SP 800-63B-4 (Aug 2025): 15 characters minimum when a password is used alone; no forced composition rules; no routine periodic changes [VERIFIED in kit]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password manager is a locked notebook: remember one strong key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 second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Something you know, something you have, something you are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code is a key: nobody who is really helping you asks you to read it out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App codes and prompts beat text-message codes; text codes beat nothing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Passkeys: nothing to type, nothing to hand over in a phishing message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Updates and backups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Updates close holes attackers already know about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Restart when asked; update from official stores or device settings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3-2-1: three copies, two kinds of storage, one elsewhere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Test the restore. A backup you have never restored is a hope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Say it by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K-2: A password is a secret between you and your grown-up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3-5: A passphrase is a few weird words together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6-8: One key for every door means one leak opens everything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9-12: Email is your master key; build a recovery map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Concepts Lab Demo 1: Why Long Passphrases Win (25 min): Do-Debrief-Teach: teachers do Part A first.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Activity 2.1 Password Makeover (fake data only) (30 min): Fix invented weak passwords, build a random four- to five-word phrase, discuss why reuse is....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Concepts Lab Demo 6: Two Locks Are Better Than One (30 min): Vault Door role-play with a passkey bouncer.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Concepts Lab Demo 7 and Demo 10 (short versions) (20 min): Fence pattern game (updates patch known holes) and the Lose-Your-Lunch-Box restore drill (a....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Turn it into a teaching move (30 min): In trios, translate one idea into a 60-second K-2, 3-5, 6-8 or 9-12 version using the age....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Journal entry 1. Module 1 self-check.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Journal entry 2. Do Concepts Lab Demo 2 Part A (20 to 25 min). Module 2 self-check due Week 3.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In-service teachers: turn on 2-step verification on your own email if you have not (Module 2 rule: email is the master key). Everyone: confirm background-check status with the field office.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The Cybersecurity You Need II: Phishing, Social Engineering and Privacy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The Cybersecurity You Need I: Accounts, Updates and Backups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