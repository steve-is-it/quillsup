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Do not decode slang as if it were stable; treat any decoder as a conversation starter. Do not ask students to demonstrate real apps or accounts. If a student discloses a personal incident in discussion, use the same-day private follow-up and see Instructor Notes. Platform legal actions against companies are allegations, not findings: do not state them as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each as legitimate: for many young people, games are their main social space. Where hackles should rise: free currency, login or code requests, gifts and special attention, moving to another app, secrecy.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Pressure gets a Pause. Secrecy gets a Tell. The Ask gets a Check. The Move gets a Pause and a question: why is the new place more private?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kids shut down: panic, punishment, lecture, minimizing. Promise 'You will not be in trouble for telling me things' and mean it, with the honest limits taught in Week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use: never paste student names, work with personal details, or disclosure notes into a chatbot. Follow your district AI policy [VERIFY].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Demo 12 in class. Facilitator Kit method: Say-It-Right Relay warm-up (Half-Day Guide, Segment 5) for the reflect-back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4: How Young People Really Live Online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M3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3: Open conversations about learners' digital lives with curiosity instead of judgment, using the four patterns (Pressure, Secrecy, The Ask, The Move) and the curiosity script.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1: Describe the main online risks facing K-12 learners in calm, accurate language, and judge a statistic or claim by tracing it to its primary source and saying what it can and cannot show.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0:10  Four worlds, four patterns (20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0:30  Activity 3.3 Pattern Spotting with invented chats (30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1:00  Break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1:10  Curious or Judgy? Rewrite Lab and the curiosity script (35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1:45  Curiosity Interview practice (30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2:15  Concepts Lab Demo 12: Spot the Fake (Caption Flip) (25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2:40  AI companions fact sheet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Four worlds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Games and game chat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Group chats and private messaging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AI companions and chatbots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Short video and social feeds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Four patterns under every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Pressure: Hurry!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Secrecy: Don't tell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The Ask: a password, code, picture, money or meetup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The Move: let's talk somewhere else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The curiosity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Be curious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Listen more than you talk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Reflect back without judging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Ask open questions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Offer, do not impose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AI companions: a fact sheet, not a scare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Pew (Dec 2025): 64 percent of US teens say they use AI chatbots [VERIFIED in kit]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Common Sense (2025): 72 percent had used AI companions; about one in three companion users discussed serious matters with an AI instead of a person [VERIFIED in kit]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Teach: not a person; can be wrong; can agree too much; stores what you type; for serious worries, tell a person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Four worlds, four patterns (20 min): Games and game chat; group chats; AI companions and chatbots; short video and feeds.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Activity 3.3 Pattern Spotting with invented chats (30 min): Annotate fictional chat excerpts for the four patterns.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Curious or Judgy? Rewrite Lab and the curiosity script (35 min): Activity 3.2.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Curiosity Interview practice (30 min): Activity 3.1 in pairs: interview a partner (an adult) about a game or app they love.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Concepts Lab Demo 12: Spot the Fake (Caption Flip) (25 min): Verification habits beat spotting flaws: find the source, find the original, find other....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Journal entry 3. Module 2 self-check.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Journal entry 4. Module 3 self-check (due Week 5). Field observation 1 (see Field Placement Guide).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Field observation 1 (about 1.5 hours): observe how a teacher talks with students about technology in any lesson. Use the observation form in the Field Placement Guide. No student names, no student work copied.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Teaching Safety That Works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How Young People Really Live Online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