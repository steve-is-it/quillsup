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Role-play of angry parents: use fictional scripts and keep it kind; the person playing the parent stays in character for two minutes. Ensure the capstone proposal names a counselor partner and a site that has agreed. For capstone audiences, adults only unless the partner school approves children's presence and a minors-safety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these in your own words. Offer to share the plan and the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parents act out of love. Do not argue statistics in the moment, get defensive, or discuss a disclosure with a family before consulting your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counselor speaks for the hard-conversation section. Timings follow the Facilitator Kit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Optional: Demo 8 family code word design as a Parent Night activity. Facilitator Kit method: Parent Night script and the Hackles Up or Down activity (Facilitator Kit, Parent Night Presentation Script).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11: Every Family: Partnership, Pushback and Hackles 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M7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7: Partner with families and communities: explain the program plainly, respond to concern with L.E.A.R.N., and plan and deliver a workshop with a counselor partner.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0:10  Why families matter, three simple messages (20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0:30  Activity 7.3 Parent Pushback Practice (L.E.A.R.N.) (40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1:10  Break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1:20  Parent Night walk-through (40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2:00  Scenario Studio 7.C: The angry parent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2:25  Hackles Day, family notice and your capstone proposal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Three simple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We teach children skills, not fear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Your child will never be in trouble for telling; we hope you say that at home too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Lessons avoid graphic detail; we collect no student accounts or data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L.E.A.R.N.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Listen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Empathize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Agree where you can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Respond with facts and options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step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Parent Night in 30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Welcome and hook (3)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What is Hackles? (4)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Hackles Up or Down (5)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When your child tells you something hard (6)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Say it and pick a code word (5)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Questions (4), close (3)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Why families matter, three simple messages (20 min): Skills not fear; your child will never be in trouble for telling; no graphic detail, no....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Activity 7.3 Parent Pushback Practice (L.E.A.R.N.) (40 min): Listen, Empathize, Agree where you can, Respond with facts and options, Next step.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Parent Night walk-through (40 min): The 30-minute script minute by minute: welcome and hook; what is Hackles; Activity 1....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Scenario Studio 7.C: The angry parent (25 min): Role-play with a calm boundary: 'I want to help, and I will continue this when we can talk....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Hackles Day, family notice and your capstone proposal (25 min): What the school event looks like; family pre-notice for higher-care lessons and the opt-out....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Module 7 self-check (all parts). Journal entry 10.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Capstone proposal due end of week (one page). Journal entry 11. Supervised lesson 1 delivered by the end of Week 12 if the gate is met.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Supervised lesson 1 (see Field Placement Guide). Mentor teacher completes the observation form. No student data leaves the school.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Law, Policy and Standards: What a Teacher Needs to Know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11: Every Family: Partnership, Pushback and Hackles Day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