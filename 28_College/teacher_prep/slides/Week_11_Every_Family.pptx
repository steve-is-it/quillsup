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Start with the group agreements and the routine: Hackles up? Pause. Check. Tell. This deck is a plain outline. Adapt the words, keep the structure. No student data appears anywhere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outcomes aloud and ask what a learner could show by the end of the session. Each outcome maps to an Academy competency (A to F), InTASC and ISTE Educator standards [VERIFY codes] in the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notes for this week. Role-play of angry parents: use fictional scripts and keep it kind; the person playing the parent stays in character for two minutes. Ensure the capstone proposal names a counselor partner and a site that has agreed. For capstone audiences, adults only unless the partner school approves children's presence and a minors-safety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in your own words. Offer to share the plan and the materials.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parents act out of love. Do not argue statistics in the moment, get defensive, or discuss a disclosure with a family before consulting your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counselor speaks for the hard-conversation section. Timings follow the Facilitator Kit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instructions are in the Weekly Plans document. Concepts Lab: Optional: Demo 8 family code word design as a Parent Night activity. Facilitator Kit method: Parent Night script and the Hackles Up or Down activity (Facilitator Kit, Parent Night Presentation Script).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LMS module for the exact items. Remind candidates that no student names, work, passwords or incident details go into any assignment. Quiz mastery is 8 of 10 with a retake.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calmly: one breath together. Stay for ten minutes for questions. Never leave a candidate who seems distressed alone; follow the counselor partner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188720"/>
            <a:ext cx="11064240" cy="2011680"/>
          </a:xfrm>
        </p:spPr>
        <p:txBody>
          <a:bodyPr wrap="square" anchor="b"/>
          <a:lstStyle/>
          <a:p>
            <a:pPr algn="l"/>
            <a:r>
              <a:rPr sz="3400" b="1">
                <a:solidFill>
                  <a:srgbClr val="2B2D42"/>
                </a:solidFill>
                <a:latin typeface="Calibri"/>
              </a:rPr>
              <a:t>Week 11: Every Family: Partnership, Pushback and Hackles Day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474720"/>
            <a:ext cx="11064240" cy="1280160"/>
          </a:xfrm>
        </p:spPr>
        <p:txBody>
          <a:bodyPr wrap="square"/>
          <a:lstStyle/>
          <a:p>
            <a:pPr algn="l"/>
            <a:r>
              <a:rPr sz="2400">
                <a:solidFill>
                  <a:srgbClr val="2F6F73"/>
                </a:solidFill>
                <a:latin typeface="Calibri"/>
              </a:rPr>
              <a:t>Teaching Digital Safety and Cybersecurity in K-12 | Hackles College Edition | Academy module M7</a:t>
            </a:r>
          </a:p>
        </p:txBody>
      </p:sp>
      <p:sp>
        <p:nvSpPr>
          <p:cNvPr id="4" name="TextBox 3" descr="Copyright and license notice for these slides.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A5C70"/>
                </a:solidFill>
                <a:latin typeface="Calibri"/>
              </a:rPr>
              <a:t>© 2026 Competence Collective. Lesson text and teaching materials CC BY-NC 4.0. The Hackles name, logos, characters and artwork are not covered by that license: print and share them unaltered for classroom and family use; any other use needs written permission. [VERIFY with counsel]</a:t>
            </a:r>
          </a:p>
        </p:txBody>
      </p:sp>
      <p:sp>
        <p:nvSpPr>
          <p:cNvPr id="5" name="Rectangle 4" descr="Decorative orange rule under the slide title."/>
          <p:cNvSpPr/>
          <p:nvPr/>
        </p:nvSpPr>
        <p:spPr>
          <a:xfrm>
            <a:off x="548640" y="324612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Learning outcomes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7: Partner with families and communities: explain the program plainly, respond to concern with L.E.A.R.N., and plan and deliver a workshop with a counselor partner.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Agenda (3 hours)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0:00  Opening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0:10  Why families matter, three simple messages (20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0:30  Activity 7.3 Parent Pushback Practice (L.E.A.R.N.) (40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1:10  Break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1:20  Parent Night walk-through (40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2:00  Scenario Studio 7.C: The angry parent (25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2:25  Hackles Day, family notice and your capstone proposal (25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2:50  Closing (10 min)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Three simple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We teach children skills, not fear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Your child will never be in trouble for telling; we hope you say that at home too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Lessons avoid graphic detail; we collect no student accounts or data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L.E.A.R.N.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Listen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Empathize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Agree where you can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Respond with facts and options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Next step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Parent Night in 30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Welcome and hook (3)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What is Hackles? (4)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Hackles Up or Down (5)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When your child tells you something hard (6)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Say it and pick a code word (5)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Questions (4), close (3)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Key activities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Why families matter, three simple messages (20 min): Skills not fear; your child will never be in trouble for telling; no graphic detail, no....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Activity 7.3 Parent Pushback Practice (L.E.A.R.N.) (40 min): Listen, Empathize, Agree where you can, Respond with facts and options, Next step.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Parent Night walk-through (40 min): The 30-minute script minute by minute: welcome and hook; what is Hackles; Activity 1....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Scenario Studio 7.C: The angry parent (25 min): Role-play with a calm boundary: 'I want to help, and I will continue this when we can talk....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Hackles Day, family notice and your capstone proposal (25 min): What the school event looks like; family pre-notice for higher-care lessons and the opt-out....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Due, assigned and field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Due this week: Module 7 self-check (all parts). Journal entry 10.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Assigned: Capstone proposal due end of week (one page). Journal entry 11. Supervised lesson 1 delivered by the end of Week 12 if the gate is met.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Field tie-in: Supervised lesson 1 (see Field Placement Guide). Mentor teacher completes the observation form. No student data leaves the school.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Close and open door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Exit ticket: one sentence about what you will try this week.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false alarm is fine. It is never your fault. You will not be in trouble for telling.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If anything today made you think of something, talk to your instructor or the counselor partner.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Next week: Law, Policy and Standards: What a Teacher Needs to Know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11: Every Family: Partnership, Pushback and Hackles Day</dc:title>
  <dc:subject>Teaching Digital Safety and Cybersecurity in K-12</dc:subject>
  <dc:creator>Competence Collective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