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Start with the group agreements and the routine: Hackles up? Pause. Check. Tell. This deck is a plain outline. Adapt the words, keep the structure. No student data appears anywhere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outcomes aloud and ask what a learner could show by the end of the session. Each outcome maps to an Academy competency (A to F), InTASC and ISTE Educator standards [VERIFY codes] in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 for this week. Model the practices you teach: predictability, choice, calm closings. Offer alternative formats for every activity in this course. Do not ask candidates to disclose their own disability or trauma history; offer privately to arrange accommodations through disability services [INSTITUTION].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Inclusion never means lowering safeguards or skipping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use a child, sibling or classmate as interpreter for a sensitive conversation. Offer a note in any language, a drawing, or a trusted bilingual adult.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Language that helps: you have choices; take the time you need; you did the right thing by telling. Language that harms: just get over it; stop being dramatic.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Low-device does not mean low-risk: children without devices may use friends' devices or less supervised spaces.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instructions are in the Weekly Plans document. Concepts Lab: None. Option: re-run a Concepts Lab Try This Now with a seated, quiet, low-vision-friendly adaptation. Facilitator Kit method: Inclusion and access for adult learners (Half-Day Guide, Section 11) as a model for our own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LMS module for the exact items. Remind candidates that no student names, work, passwords or incident details go into any assignment. Quiz mastery is 8 of 10 with a retake.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calmly: one breath together. Stay for ten minutes for questions. Never leave a candidate who seems distressed alone; follow the counselor partner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88720"/>
            <a:ext cx="11064240" cy="2011680"/>
          </a:xfrm>
        </p:spPr>
        <p:txBody>
          <a:bodyPr wrap="square" anchor="b"/>
          <a:lstStyle/>
          <a:p>
            <a:pPr algn="l"/>
            <a:r>
              <a:rPr sz="3400" b="1">
                <a:solidFill>
                  <a:srgbClr val="2B2D42"/>
                </a:solidFill>
                <a:latin typeface="Calibri"/>
              </a:rPr>
              <a:t>Week 10: Every Learner: Language, Disability, Trauma-Informed Practice and Low-Device Homes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474720"/>
            <a:ext cx="11064240" cy="1280160"/>
          </a:xfrm>
        </p:spPr>
        <p:txBody>
          <a:bodyPr wrap="square"/>
          <a:lstStyle/>
          <a:p>
            <a:pPr algn="l"/>
            <a:r>
              <a:rPr sz="2400">
                <a:solidFill>
                  <a:srgbClr val="2F6F73"/>
                </a:solidFill>
                <a:latin typeface="Calibri"/>
              </a:rPr>
              <a:t>Teaching Digital Safety and Cybersecurity in K-12 | Hackles College Edition | Academy module M7</a:t>
            </a:r>
          </a:p>
        </p:txBody>
      </p:sp>
      <p:sp>
        <p:nvSpPr>
          <p:cNvPr id="4" name="TextBox 3" descr="Copyright and license notice for these slides.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A5C70"/>
                </a:solidFill>
                <a:latin typeface="Calibri"/>
              </a:rPr>
              <a:t>© 2026 Competence Collective. Lesson text and teaching materials CC BY-NC 4.0. The Hackles name, logos, characters and artwork are not covered by that license: print and share them unaltered for classroom and family use; any other use needs written permission. [VERIFY with counsel]</a:t>
            </a:r>
          </a:p>
        </p:txBody>
      </p:sp>
      <p:sp>
        <p:nvSpPr>
          <p:cNvPr id="5" name="Rectangle 4" descr="Decorative orange rule under the slide title."/>
          <p:cNvSpPr/>
          <p:nvPr/>
        </p:nvSpPr>
        <p:spPr>
          <a:xfrm>
            <a:off x="548640" y="324612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Learning outcomes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6: Adapt lessons and materials for multilingual learners, learners with disabilities, trauma-affected learners and low-device homes, without lowering any safeguard.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Agenda (3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0:00  Opening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0:10  Five principles for every lesson (20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0:30  Activity 7.1 Inclusion Audit (30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1:00  Break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1:10  Language: Activity 7.2 Translate 'I Need Help' (25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1:35  Disability and universal design (25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2:00  Trauma-informed practice, six practices (30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2:30  Low-internet and no-device homes (20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2:50  Closing (10 min)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Five principles for every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Many ways in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No one is singled out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Everyone has someone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Assume good intentions in families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Safety first, always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Language and disability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Teach 'I need help' in every home language; verify translations [VERIFY]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Pictures, gestures and the four hand signals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Respond in a strongest language: draw, point, whisper to a buddy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Disability: adjust the pace, the response mode and the environment; keep the safety message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Trauma-informed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Predictability and choice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Safety: no graphic content, no forced disclosure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Calm closings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Warmth and respect; collaboration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Low-internet and no-device homes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Do all practice in class; paper take-homes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Never assign tasks that need a device at home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Public devices: log out, do not save passwords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Teach everyone the same skills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Key activities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Five principles for every lesson (20 min): Many ways in; no one is singled out; everyone has someone; assume good intentions in....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Activity 7.1 Inclusion Audit (30 min): Audit your micro-teach plan or a Teacher Guide lesson for access barriers.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Language: Activity 7.2 Translate 'I Need Help' (25 min): Teach 'I need help' in every home language in your class.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Disability and universal design (25 min): Practical adjustments across disability types; extra safety teaching points; accessibility....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Trauma-informed practice, six practices (30 min): Predictability, choice, safety, calm closings, warmth and respect, collaboration.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Due, assigned and field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Due this week: Contact Card and Reporting Map (verified). Journal entry 9.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Assigned: Journal entry 10. Module 7 self-check due Week 11. First supervised lesson window opens (gate permitting).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Field tie-in: Supervised lesson 1 planning meeting with the mentor teacher. Confirm that the lesson is standard-care and that the counselor knows the date.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Close and open 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Exit ticket: one sentence about what you will try this week.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false alarm is fine. It is never your fault. You will not be in trouble for telling.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If anything today made you think of something, talk to your instructor or the counselor partner.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Next week: Every Family: Partnership, Pushback and Hackles Day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10: Every Learner: Language, Disability, Trauma-Informed Practice and Low-Device Homes</dc:title>
  <dc:subject>Teaching Digital Safety and Cybersecurity in K-12</dc:subject>
  <dc:creator>Competence Collective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