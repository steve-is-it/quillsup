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Start with the group agreements and the routine: Hackles up? Pause. Check. Tell. This deck is a plain outline. Adapt the words, keep the structure. No student data appears anywhere in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outcomes aloud and ask what a learner could show by the end of the session. Each outcome maps to an Academy competency (A to F), InTASC and ISTE Educator standards [VERIFY codes] in the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notes for this week. Verify that each capstone has a site, an audience of adults, an observer and a counselor partner or named safety contact. If no site is available, the alternative is an in-class workshop for invited adult guests or classmates in the role of families. Check handouts for stray statistics: every figure must come from a verified source in the kit or be marked [VERIFY].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Train-the-Trainer Guide Section 5 for the full list. A quick safety check before each workshop is part of the 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Parent Night script as a skeleton: hook, what is Hackles, an activity, when your child tells you something hard, code word, questions,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groups to hold each other kindly. A rubric is a conversation starter.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instructions are in the Weekly Plans document. Concepts Lab: Optional: Demo 8 code word activity; Demo 3 Try This Now as a hook for adults. Facilitator Kit method: Parent Night script; 90-Minute Workshop segments; Two Glows and a Grow.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LMS module for the exact items. Remind candidates that no student names, work, passwords or incident details go into any assignment. Quiz mastery is 8 of 10 with a retake.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calmly: one breath together. Stay for ten minutes for questions. Never leave a candidate who seems distressed alone; follow the counselor partner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188720"/>
            <a:ext cx="11064240" cy="2011680"/>
          </a:xfrm>
        </p:spPr>
        <p:txBody>
          <a:bodyPr wrap="square" anchor="b"/>
          <a:lstStyle/>
          <a:p>
            <a:pPr algn="l"/>
            <a:r>
              <a:rPr sz="3400" b="1">
                <a:solidFill>
                  <a:srgbClr val="2B2D42"/>
                </a:solidFill>
                <a:latin typeface="Calibri"/>
              </a:rPr>
              <a:t>Week 14: Capstone Studio: Designing the Family or Community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474720"/>
            <a:ext cx="11064240" cy="1280160"/>
          </a:xfrm>
        </p:spPr>
        <p:txBody>
          <a:bodyPr wrap="square"/>
          <a:lstStyle/>
          <a:p>
            <a:pPr algn="l"/>
            <a:r>
              <a:rPr sz="2400">
                <a:solidFill>
                  <a:srgbClr val="2F6F73"/>
                </a:solidFill>
                <a:latin typeface="Calibri"/>
              </a:rPr>
              <a:t>Teaching Digital Safety and Cybersecurity in K-12 | Hackles College Edition | Academy module M7</a:t>
            </a:r>
          </a:p>
        </p:txBody>
      </p:sp>
      <p:sp>
        <p:nvSpPr>
          <p:cNvPr id="4" name="TextBox 3" descr="Copyright and license notice for these slides.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A5C70"/>
                </a:solidFill>
                <a:latin typeface="Calibri"/>
              </a:rPr>
              <a:t>© 2026 Competence Collective. Lesson text and teaching materials CC BY-NC 4.0. The Hackles name, logos, characters and artwork are not covered by that license: print and share them unaltered for classroom and family use; any other use needs written permission. [VERIFY with counsel]</a:t>
            </a:r>
          </a:p>
        </p:txBody>
      </p:sp>
      <p:sp>
        <p:nvSpPr>
          <p:cNvPr id="5" name="Rectangle 4" descr="Decorative orange rule under the slide title."/>
          <p:cNvSpPr/>
          <p:nvPr/>
        </p:nvSpPr>
        <p:spPr>
          <a:xfrm>
            <a:off x="548640" y="324612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Learning outcomes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CLO 7: Partner with families and communities: explain the program plainly, respond to concern with L.E.A.R.N., and plan and deliver a workshop with a counselor partner.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CLO 4: Design, teach and refine a skills-based 15-minute Hackles lesson (Hook 2, Activity 8, Discuss 3, Takeaway 2) and a five-lesson unit that spirals across a grade band and maps to standards.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Agenda (3 hours)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0:00  Opening (10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0:10  The ten non-negotiables (25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0:35  Dress rehearsals in groups of four (55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1:30  Break (10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1:40  Accessibility, translation and materials check (30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2:10  Counselor-partner Q&amp;A practice (25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2:35  Evaluation plan (15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2:50  Closing (10 min)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Ten non-negotiables (summary)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Fun, safe and skill-based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Fictional cards only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Pass always allowed; no one asked for a personal story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 counselor or safety contact is on hand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Never promise secrecy; know the reporting route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Honest claims, plain language, no selling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Capstone plan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Audience, site, date, counselor partner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30 to 45 minute agenda with timings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One skill, one phrase, one gesture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One-page plain-language handout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Evaluation: anonymous short form; limits statement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Rehearsal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Fun, Safe, Skill-based: N, G, Y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One grow only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Do not add up scores or compare people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Notice the plan for time: cut a round, keep the takeaway and the open door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Key activities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The ten non-negotiables (25 min): Fidelity checklist for any Hackles workshop: fun, safe, skill-based; fictional cards; pass....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Dress rehearsals in groups of four (55 min): Each candidate delivers 10 minutes of their workshop (the hook plus one activity).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Accessibility, translation and materials check (30 min): Plain-language handout (one page), large print, alt text for any image, translated 'I need....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Counselor-partner Q&amp;A practice (25 min): The counselor partner plays a family member asking hard questions ('Will you report my....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Due, assigned and field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Due this week: Module 8 self-check. Journal entry 13. Unit plan feedback returned.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Assigned: Capstone plan and materials submitted by the end of this week. Deliver the workshop in Weeks 14 to 15. Journal entry 14.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Field tie-in: Capstone site confirmed in writing; counselor partner or school safety contact named. Observer (mentor or instructor) scheduled.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Close and open door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Exit ticket: one sentence about what you will try this week.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 false alarm is fine. It is never your fault. You will not be in trouble for telling.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If anything today made you think of something, talk to your instructor or the counselor partner.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Next week: Capstone Delivery, Showcase and Looking Forward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14: Capstone Studio: Designing the Family or Community Workshop</dc:title>
  <dc:subject>Teaching Digital Safety and Cybersecurity in K-12</dc:subject>
  <dc:creator>Competence Collective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