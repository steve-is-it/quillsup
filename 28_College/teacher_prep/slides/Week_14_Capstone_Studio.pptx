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Verify that each capstone has a site, an audience of adults, an observer and a counselor partner or named safety contact. If no site is available, the alternative is an in-class workshop for invited adult guests or classmates in the role of families. Check handouts for stray statistics: every figure must come from a verified source in the kit or be marked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Train-the-Trainer Guide Section 5 for the full list. A quick safety check before each workshop is part of the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Parent Night script as a skeleton: hook, what is Hackles, an activity, when your child tells you something hard, code word, questions,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Remind groups to hold each other kindly. A rubric is a conversation starter.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Optional: Demo 8 code word activity; Demo 3 Try This Now as a hook for adults. Facilitator Kit method: Parent Night script; 90-Minute Workshop segments; Two Glows and a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14: Capstone Studio: Designing the Family or Community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M7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7: Partner with families and communities: explain the program plainly, respond to concern with L.E.A.R.N., and plan and deliver a workshop with a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4: Design, teach and refine a skills-based 15-minute Hackles lesson (Hook 2, Activity 8, Discuss 3, Takeaway 2) and a five-lesson unit that spirals across a grade band and maps to standards.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0:10  The ten non-negotiables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0:35  Dress rehearsals in groups of four (55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1:30  Break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1:40  Accessibility, translation and materials check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2:10  Counselor-partner Q&amp;A practice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2:35  Evaluation plan (15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Ten non-negotiables (summary)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Fun, safe and skill-based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Fictional cards only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Pass always allowed; no one asked for a personal story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counselor or safety contact is on hand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Never promise secrecy; know the reporting route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Honest claims, plain language, no selling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Capstone plan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Audience, site, date, counselor partner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30 to 45 minute agenda with timings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One skill, one phrase, one gesture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One-page plain-language handout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Evaluation: anonymous short form; limits statement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Rehearsal feedback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Fun, Safe, Skill-based: N, G, Y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One grow only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Do not add up scores or compare people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Notice the plan for time: cut a round, keep the takeaway and the open door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The ten non-negotiables (25 min): Fidelity checklist for any Hackles workshop: fun, safe, skill-based; fictional cards; pass....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Dress rehearsals in groups of four (55 min): Each candidate delivers 10 minutes of their workshop (the hook plus one activity).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Accessibility, translation and materials check (30 min): Plain-language handout (one page), large print, alt text for any image, translated 'I need....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Counselor-partner Q&amp;A practice (25 min): The counselor partner plays a family member asking hard questions ('Will you report my....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Module 8 self-check. Journal entry 13. Unit plan feedback returned.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Capstone plan and materials submitted by the end of this week. Deliver the workshop in Weeks 14 to 15. Journal entry 14.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Capstone site confirmed in writing; counselor partner or school safety contact named. Observer (mentor or instructor) scheduled.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Capstone Delivery, Showcase and Looking Forward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14: Capstone Studio: Designing the Family or Community Workshop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