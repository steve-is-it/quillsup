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Start with the group agreements and the routine: Hackles up? Pause. Check. Tell. This deck is a plain outline. Adapt the words, keep the structure. No student data appears anywhere in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outcomes aloud and ask what a learner could show by the end of the session. Each outcome maps to an Academy competency (A to F), InTASC and ISTE Educator standards [VERIFY codes] in the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notes for this week. Score from the observer sheet plus a short instructor spot-check or the recording within one week. Grade the lesson, not the person. Offer a revise-and-resubmit for totals under 12. With a class larger than 24, add a second observer who is a trained peer coach.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invented moments are used. Nobody draws on a real child's experience. Keep timers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Teachers respond with Module 5 moves: curiosity, naming nervous energy, a gentle redirect, an invitation and a role, the open door, a quiet check-in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Peer Coaching Guide Section 8 has scripts for hard moments.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instructions are in the Weekly Plans document. Concepts Lab: Optional: any Concepts Lab 15-minute version can be the lesson. Facilitator Kit method: Speed-teach round and Two Glows and a Grow (Half-Day Guide, Segment 8; H12). Peer observation 3-step cycle (Peer Coaching Guide, Section 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LMS module for the exact items. Remind candidates that no student names, work, passwords or incident details go into any assignment. Quiz mastery is 8 of 10 with a retake.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calmly: one breath together. Stay for ten minutes for questions. Never leave a candidate who seems distressed alone; follow the counselor partner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188720"/>
            <a:ext cx="11064240" cy="2011680"/>
          </a:xfrm>
        </p:spPr>
        <p:txBody>
          <a:bodyPr wrap="square" anchor="b"/>
          <a:lstStyle/>
          <a:p>
            <a:pPr algn="l"/>
            <a:r>
              <a:rPr sz="3400" b="1">
                <a:solidFill>
                  <a:srgbClr val="2B2D42"/>
                </a:solidFill>
                <a:latin typeface="Calibri"/>
              </a:rPr>
              <a:t>Week 7: Micro-Teach Lab (Assessment 3)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474720"/>
            <a:ext cx="11064240" cy="1280160"/>
          </a:xfrm>
        </p:spPr>
        <p:txBody>
          <a:bodyPr wrap="square"/>
          <a:lstStyle/>
          <a:p>
            <a:pPr algn="l"/>
            <a:r>
              <a:rPr sz="2400">
                <a:solidFill>
                  <a:srgbClr val="2F6F73"/>
                </a:solidFill>
                <a:latin typeface="Calibri"/>
              </a:rPr>
              <a:t>Teaching Digital Safety and Cybersecurity in K-12 | Hackles College Edition | Academy module M5</a:t>
            </a:r>
          </a:p>
        </p:txBody>
      </p:sp>
      <p:sp>
        <p:nvSpPr>
          <p:cNvPr id="4" name="TextBox 3" descr="Copyright and license notice for these slides.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A5C70"/>
                </a:solidFill>
                <a:latin typeface="Calibri"/>
              </a:rPr>
              <a:t>© 2026 Competence Collective. Lesson text and teaching materials CC BY-NC 4.0. The Hackles name, logos, characters and artwork are not covered by that license: print and share them unaltered for classroom and family use; any other use needs written permission. [VERIFY with counsel]</a:t>
            </a:r>
          </a:p>
        </p:txBody>
      </p:sp>
      <p:sp>
        <p:nvSpPr>
          <p:cNvPr id="5" name="Rectangle 4" descr="Decorative orange rule under the slide title."/>
          <p:cNvSpPr/>
          <p:nvPr/>
        </p:nvSpPr>
        <p:spPr>
          <a:xfrm>
            <a:off x="548640" y="324612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Learning outcomes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CLO 4: Design, teach and refine a skills-based 15-minute Hackles lesson (Hook 2, Activity 8, Discuss 3, Takeaway 2) and a five-lesson unit that spirals across a grade band and maps to standards.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CLO 10: Reflect on your own practice, wellbeing and growth edges, and set a 30-60-90 plan.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Agenda (3 hours)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B2D42"/>
                </a:solidFill>
                <a:latin typeface="Calibri"/>
              </a:rPr>
              <a:t>0:00  Opening (10 min)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B2D42"/>
                </a:solidFill>
                <a:latin typeface="Calibri"/>
              </a:rPr>
              <a:t>0:10  Setup and rules (10 min)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B2D42"/>
                </a:solidFill>
                <a:latin typeface="Calibri"/>
              </a:rPr>
              <a:t>0:20  Round 1: first teacher in each group (20 min)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B2D42"/>
                </a:solidFill>
                <a:latin typeface="Calibri"/>
              </a:rPr>
              <a:t>0:40  Round 2: second teacher in each group (20 min)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B2D42"/>
                </a:solidFill>
                <a:latin typeface="Calibri"/>
              </a:rPr>
              <a:t>1:00  Break (10 min)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B2D42"/>
                </a:solidFill>
                <a:latin typeface="Calibri"/>
              </a:rPr>
              <a:t>1:10  Round 3: third teacher (20 min)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B2D42"/>
                </a:solidFill>
                <a:latin typeface="Calibri"/>
              </a:rPr>
              <a:t>1:30  Round 4: fourth teacher (20 min)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B2D42"/>
                </a:solidFill>
                <a:latin typeface="Calibri"/>
              </a:rPr>
              <a:t>1:50  Whole-class debrief (35 min)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B2D42"/>
                </a:solidFill>
                <a:latin typeface="Calibri"/>
              </a:rPr>
              <a:t>2:25  Midpoint check-in and Week 8 preview (25 min)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B2D42"/>
                </a:solidFill>
                <a:latin typeface="Calibri"/>
              </a:rPr>
              <a:t>2:50  Closing (10 min)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Today: four rounds, 20 minutes 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15 minutes teaching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5 minutes: two glows, one grow, then scores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Teacher self-rates first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Anyone may say 'pause' at any time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Typical moments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'I would just click it to see.'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 student giggles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 long personal story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'This is boring'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'My friend had this happen'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Silence and a bowed head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Giving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Two glows and one grow, in that order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Specific, kind and about the lesson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One grow only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Receive it: write it down and say thank you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Key activities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Round 1: first teacher in each group (20 min): 15-minute lesson, then 5 minutes: two glows and one grow, then rubric scores.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Round 2: second teacher in each group (20 min): Same procedure.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Round 3: third teacher (20 min): Same procedure.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Round 4: fourth teacher (20 min): Same procedure.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Whole-class debrief (35 min): Skills only, no stories.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Due, assigned and field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Due this week: Micro-teach plan and materials. Module 5 self-check.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Assigned: Micro-teach is graded this week (15 percent). Journal entry 7 (reflect on the feedback). Reading for Week 8: Module 6, Parts 1 to 4 and Disclosure and Incident Guide Sections 1 to 4.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Field tie-in: Schedule your two supervised lessons for Weeks 10 to 13 with the mentor teacher. Deliver nothing in a K-12 classroom until the Week 9 Response Readiness gate is met.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Close and open door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Exit ticket: one sentence about what you will try this week.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 false alarm is fine. It is never your fault. You will not be in trouble for telling.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If anything today made you think of something, talk to your instructor or the counselor partner.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Next week: Responding to Disclosures I: Duty, the First 10 Minutes and Care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7: Micro-Teach Lab (Assessment 3)</dc:title>
  <dc:subject>Teaching Digital Safety and Cybersecurity in K-12</dc:subject>
  <dc:creator>Competence Collective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