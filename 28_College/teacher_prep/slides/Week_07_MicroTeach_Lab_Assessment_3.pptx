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Score from the observer sheet plus a short instructor spot-check or the recording within one week. Grade the lesson, not the person. Offer a revise-and-resubmit for totals under 12. With a class larger than 24, add a second observer who is a trained peer coach.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invented moments are used. Nobody draws on a real child's experience. Keep timers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Teachers respond with Module 5 moves: curiosity, naming nervous energy, a gentle redirect, an invitation and a role, the open door, a quiet check-in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Peer Coaching Guide Section 8 has scripts for hard moments.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Optional: any Concepts Lab 15-minute version can be the lesson. Facilitator Kit method: Speed-teach round and Two Glows and a Grow (Half-Day Guide, Segment 8; H12). Peer observation 3-step cycle (Peer Coaching Guide, Section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7: Micro-Teach Lab (Assessment 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M5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4: Design, teach and refine a skills-based 15-minute Hackles lesson (Hook 2, Activity 8, Discuss 3, Takeaway 2) and a five-lesson unit that spirals across a grade band and maps to standards.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10: Reflect on your own practice, wellbeing and growth edges, and set a 30-60-90 plan.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0:10  Setup and rules (10 min)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0:20  Round 1: first teacher in each group (20 min)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0:40  Round 2: second teacher in each group (20 min)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1:00  Break (10 min)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1:10  Round 3: third teacher (20 min)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1:30  Round 4: fourth teacher (20 min)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1:50  Whole-class debrief (35 min)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2:25  Midpoint check-in and Week 8 preview (25 min)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Today: four rounds, 20 minutes each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15 minutes teaching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5 minutes: two glows, one grow, then scores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Teacher self-rates first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Anyone may say 'pause' at any time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Typical moments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'I would just click it to see.'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student giggles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long personal story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'This is boring'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'My friend had this happen'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Silence and a bowed head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Giving feedback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Two glows and one grow, in that order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Specific, kind and about the lesson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One grow only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Receive it: write it down and say thank you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Round 1: first teacher in each group (20 min): 15-minute lesson, then 5 minutes: two glows and one grow, then rubric scores.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Round 2: second teacher in each group (20 min): Same procedure.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Round 3: third teacher (20 min): Same procedure.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Round 4: fourth teacher (20 min): Same procedure.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Whole-class debrief (35 min): Skills only, no stories.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Micro-teach plan and materials. Module 5 self-check.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Micro-teach is graded this week (15 percent). Journal entry 7 (reflect on the feedback). Reading for Week 8: Module 6, Parts 1 to 4 and Disclosure and Incident Guide Sections 1 to 4.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Schedule your two supervised lessons for Weeks 10 to 13 with the mentor teacher. Deliver nothing in a K-12 classroom until the Week 9 Response Readiness gate is met.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Responding to Disclosures I: Duty, the First 10 Minutes and Care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7: Micro-Teach Lab (Assessment 3)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