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Start with the group agreements and the routine: Hackles up? Pause. Check. Tell. This deck is a plain outline. Adapt the words, keep the structure. No student data appears anywhere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outcomes aloud and ask what a learner could show by the end of the session. Each outcome maps to an Academy competency (A to F), InTASC and ISTE Educator standards [VERIFY codes]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 for this week. Celebrate honestly: do not describe the course or the kit as effective or approved. Close the term with the data-handling steps: delete recordings, destroy any paper forms, and remind candidates not to keep student information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energy warm and calm. Remind guests that every scenario is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credit is guaranteed or implied by the Hackles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your Contact Card with you and keep it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instructions are in the Weekly Plans document. Concepts Lab: None. Facilitator Kit method: Closing, awards and pledge (Half-Day Guide, Segment 10) in a calm, short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LMS module for the exact items. Remind candidates that no student names, work, passwords or incident details go into any assignment. Quiz mastery is 8 of 10 with a retake.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calmly: one breath together. Stay for ten minutes for questions. Never leave a candidate who seems distressed alone; follow the counselor partner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88720"/>
            <a:ext cx="11064240" cy="2011680"/>
          </a:xfrm>
        </p:spPr>
        <p:txBody>
          <a:bodyPr wrap="square" anchor="b"/>
          <a:lstStyle/>
          <a:p>
            <a:pPr algn="l"/>
            <a:r>
              <a:rPr sz="3400" b="1">
                <a:solidFill>
                  <a:srgbClr val="2B2D42"/>
                </a:solidFill>
                <a:latin typeface="Calibri"/>
              </a:rPr>
              <a:t>Week 15: Capstone Delivery, Showcase and Looking Forward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474720"/>
            <a:ext cx="11064240" cy="1280160"/>
          </a:xfrm>
        </p:spPr>
        <p:txBody>
          <a:bodyPr wrap="square"/>
          <a:lstStyle/>
          <a:p>
            <a:pPr algn="l"/>
            <a:r>
              <a:rPr sz="2400">
                <a:solidFill>
                  <a:srgbClr val="2F6F73"/>
                </a:solidFill>
                <a:latin typeface="Calibri"/>
              </a:rPr>
              <a:t>Teaching Digital Safety and Cybersecurity in K-12 | Hackles College Edition | Academy module M8</a:t>
            </a:r>
          </a:p>
        </p:txBody>
      </p:sp>
      <p:sp>
        <p:nvSpPr>
          <p:cNvPr id="4" name="TextBox 3" descr="Copyright and license notice for these slides.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A5C70"/>
                </a:solidFill>
                <a:latin typeface="Calibri"/>
              </a:rPr>
              <a:t>© 2026 Competence Collective. Lesson text and teaching materials CC BY-NC 4.0. The Hackles name, logos, characters and artwork are not covered by that license: print and share them unaltered for classroom and family use; any other use needs written permission. [VERIFY with counsel]</a:t>
            </a:r>
          </a:p>
        </p:txBody>
      </p:sp>
      <p:sp>
        <p:nvSpPr>
          <p:cNvPr id="5" name="Rectangle 4" descr="Decorative orange rule under the slide title."/>
          <p:cNvSpPr/>
          <p:nvPr/>
        </p:nvSpPr>
        <p:spPr>
          <a:xfrm>
            <a:off x="548640" y="324612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Learning outcomes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7: Partner with families and communities: explain the program plainly, respond to concern with L.E.A.R.N., and plan and deliver a workshop with a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8: Use simple, honest measures (Tell-Readiness, pre/post tallies, rubrics) and report only what the evidence supports, including what is not known about effectiveness.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10: Reflect on your own practice, wellbeing and growth edges, and set a 30-60-90 plan.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Agenda (3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0:00  Opening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0:10  Capstone showcase (if delivered in class) (65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1:15  Observer and counselor-partner feedback (15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1:30  Break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1:40  What the Academy certificate does and does not mean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2:10  Course reflection and 30-60-90 plan share (25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2:35  Course evaluation and thanks (15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2:50  Closing (10 min)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Showcase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Seven minutes each, then feedback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Two glows and a grow in writing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Invited adults and classmates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Counselor partner closes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What the certificate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Honor system; no state, accreditation or licensure claim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PD credit is a local decision [VERIFY]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Hackles-Ready: at least five of six rubric rows at 3 or above; Row E at 3 or above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The course grade is separate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Looking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Your 30-60-90 plan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One colleague teach-back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Annual refresher; revisit the First 10 Minutes card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Say 'went up', not 'my lessons caused it'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Key activities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Capstone showcase (if delivered in class) (65 min): Each candidate presents their final 7-minute workshop segment to invited adult guests or....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What the Academy certificate does and does not mean (30 min): Honor-system, no accreditation, no promise of PD credit [VERIFY].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Course reflection and 30-60-90 plan share (25 min): Pairs: show your 30-60-90 plan and one if-then obstacle plan.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Due, assigned and field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Due this week: Capstone plan and materials. Journal entry 14.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Assigned: Capstone final package (delivery evidence, evaluation tally, observer form, reflection 500 words) due at the final exam slot or the last day of the term [INSTITUTION].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Field tie-in: Field log signed by the mentor. Return any borrowed materials. No student information leaves the school.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Close and open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Exit ticket: one sentence about what you will try this week.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fine. It is never your fault. You will not be in trouble for telling.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If anything today made you think of something, talk to your instructor or the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week: your capstone delivery and course close.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15: Capstone Delivery, Showcase and Looking Forward</dc:title>
  <dc:subject>Teaching Digital Safety and Cybersecurity in K-12</dc:subject>
  <dc:creator>Competence Collective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