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You are not a lawyer, and neither are the candidates. Every legal statement is marked [VERIFY] or [COUNSEL TO CONFIRM]. Bring a school administrator or district counsel as an optional guest if your institution can. Check the live State Atlas row before class because laws change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what you know, mark what you do not, and ask. This course does not give legal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it as a model for reading your own state's law. It is not a statement that Hackles satisfies any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with your administrator and district counsel before any survey of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candidates to keep the word 'approximate' in any report or grant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Demo 14 in class. Facilitator Kit method: Principal Implementation Checklist, Section 2 (Policy alignment) as a model of what administrators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12: Law, Policy and Standards: What a Teacher Needs to Know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M1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9: Apply legal and policy frameworks (mandated reporting, state instruction mandates, CIPA, FERPA, COPPA, PPRA) to classroom decisions, mark what is unverified, and know when to ask counsel.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4: Design, teach and refine a skills-based 15-minute Hackles lesson (Hook 2, Activity 8, Discuss 3, Takeaway 2) and a five-lesson unit that spirals across a grade band and maps to standards.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0:00  Opening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0:10  Concepts Lab Demo 14: Ethics, Law and Careers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0:40  What states require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1:05  Break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1:15  Federal baseline in plain language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1:40  PPRA and the surveys you will want to give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2:10  Standards alignment workshop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2:40  Unit plan peer review set-up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What a teacher needs to know, and what to ask counsel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Mandatory reporting: personal and prompt [VERIFY your state]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Instruction mandates: state by state; many differ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CIPA, COPPA, FERPA, PPRA: know the names and when to ask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Hackles has not been reviewed or approved by any state education agency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Florida example (worked)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Grades 6 to 12 instruction on the social, emotional and physical effects of social media, six named components [VERIFIED in kit]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No approval step found in the statute or rule text for this component [as read in kit]; districts post materials and notify parents [VERIFY]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The kit's own crosswalk says nine rows are Full on paper only with Plus lessons no outside reviewer has seen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Student surveys and PPRA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Keep to knowledge, skills and confidence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Do not ask about a student's own experiences, mental health, family relationships, religion, politics, income, sex behavior or illegal or demeaning behavior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Reported Aug 26, 2026 letter: such a survey given by a school official is treated as required, so written consent is needed [VERIFY]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Standards: say 'mapped to'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CSTA codes verified against the 2017 revised standards (kit)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ISTE Student Standards, 2023 numbering: Digital Citizen 1.2; Knowledge Constructor 1.3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CASEL five competencies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Mapping is a best-effort alignment, not an endorsement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Concepts Lab Demo 14: Ethics, Law and Careers (30 min): Green, Yellow, Red lights: permission, scope and purpose.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What states require (25 min): Walk the Florida example: Section 1003.42(2)(o)5.a., Florida Statutes, grades 6 through 12,....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Federal baseline in plain language (25 min): CIPA: E-rate schools certify that their internet safety policy includes educating minors....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PPRA and the surveys you will want to give (30 min): Surveys of students on the protected areas can require parent review and written consent.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Standards alignment workshop (30 min): Map one lesson in your unit to CSTA codes (kit-verified list), ISTE Student Standards (2023....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Capstone proposal. Journal entry 11.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Unit plan final due Week 13. Journal entry 12. Supervised lesson 2 in Weeks 12 or 13. Review the Evidence Brief in the research folder for Week 13.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Supervised lesson 2 planning. Bring the mentor teacher's questions about policy.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Measure, Reflect, Grow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12: Law, Policy and Standards: What a Teacher Needs to Know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