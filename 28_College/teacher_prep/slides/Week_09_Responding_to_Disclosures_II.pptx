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Aim for mastery: anyone below 9 of 11 gets feedback and a retake in a 1:1 slot, no penalty for the retake. A card showing in the room is not 'wrong'; stop the scene if a participant shows red. Do not grade emotional display. Check that everyone's Contact Card has a person for every line before the gate clears.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this slide aloud before the first round. Say the step-out promise: nobody asks why. Introduce the counselor partner by name and say where they will be. Never cut the de-role.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Taught to students in grades 6 to 12. The adult does not look at images; authorities collect them lawfully. NCMEC Take It Down works for images taken under 18 and does not work on encrypted platforms [VERIFIED in kit].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Federal law makes knowing possession or sharing of such images a serious crime with narrow defenses; good intentions are not a safe assumption [VERIFIED in kit: 18 U.S.C. 2252A; counsel to confirm].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listened, believed, reported and handed off, you did your job. Repeated exposure adds up: say so if you need a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Secondary traumatic stress is common and does not mean you did something wrong [VERIFY with a mental health source if you cite it].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None. Facilitator Kit method: Disclosure Role-Play with Safety Rails (Segment 6; H11) and the Observer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9: Responding to Disclosures II: Practicum, STOP-SAVE-TELL-REPORT, Bullying and Self-Care (Assessment 4)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M6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5: Carry out the First 10 Minutes response, state your own reporting duty and local route, protect evidence without viewing images, document facts, and follow a personal care plan.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9: Apply legal and policy frameworks (mandated reporting, state instruction mandates, CIPA, FERPA, COPPA, PPRA) to classroom decisions, mark what is unverified, and know when to ask counsel.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and content note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STOP, SAVE, TELL, REPORT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0:35  Bullying without sexual or threat content (20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0:55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1:05  Practicum rounds (graded), in trios (50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1:55  De-role and debrief (15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2:10  Taking care of you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2:40  Contact Card check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Content note and your choices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Today's cards are fictional and non-graphic. The topic can still touch real life for anyone.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You choose how you take part: Teacher, Observer, or the written alternative.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Traffic-light cards: green keep going, yellow slow down, red pause the scene.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No points, no timers shown, no audience. De-role at the end: 'I'm [name], that was pretend.'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The counselor partner is in the room or just outside. Campus counseling and 988 details are in the syllabus.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STOP, SAVE, TELL,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STOP: stop responding; do not pay or send more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SAVE: keep usernames, profile links, dates and text threats; never save or send images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TELL: a trusted adult, now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REPORT: on the platform and to the authorities with an adult's help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Image abuse: what you never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Do not view, copy, download, forward, print or screenshot suspected sexual images of a minor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Do not ask the child or other students to send images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Secure the device per district policy; do not search it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Report personally and promptly; also tell your administrator and counselor [VERIFY your policy]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After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Document facts only: exact words, date, time, who was told, what you did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Check in kindly without pressing for details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Protect against gossip and retaliation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You are not the keeper of the secret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Taking care of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Right after: water, air, three slow breaths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Same day: debrief with counselor or administrator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Evening: no identifying details; do something restoring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Know your EAP, your campus counseling center and 988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STOP, SAVE, TELL, REPORT (25 min): What the student does and what the adult makes sure of.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Bullying without sexual or threat content (20 min): Disclosure Guide Section 5: support the child targeted, save text evidence, document,....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Practicum rounds (graded), in trios (50 min): Each candidate is the Listener once, with a card they have not seen (PC2 to PC12).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Taking care of you (30 min): Secondary stress, the layered care plan (right after, same day, evening, week, longer....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Contact Card and Reporting Map (draft). Module 6 self-check.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Response Readiness gate: complete the practicum (checklist 9 of 11 or better) and submit the verified Contact Card and Reporting Map by Week 11 at the latest. Journal entry 9.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Gate: candidates may begin supervised K-12 delivery only after the gate is met. Observation and co-planning are fine before it.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Every Learner: Language, Disability, Trauma-Informed Practice and Low-Device Homes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9: Responding to Disclosures II: Practicum, STOP-SAVE-TELL-REPORT, Bullying and Self-Care (Assessment 4)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