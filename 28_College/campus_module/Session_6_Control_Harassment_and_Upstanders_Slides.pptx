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people and let them settle. Slide text is large and high contrast so it works from the back of the room. Every slide has the script in these notes. (c) 2026 Competence Collective. Lesson text and teaching materials CC BY-NC 4.0. The Hackles name, logos, characters and artwork are not covered by that license: print and share them unaltered for classroom and family use; any other use needs written permission. [VERIFY with counsel]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objectives aloud. Say that the session is practical and that participation is always optional.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**Hackles up? Pause. Check. Tell.** In this module the idea has the same four steps for adults. Hackles up is the noticing step: a prickle that something is too good, too urgent, too secret or just a little off. Pause means nothing has to happen in the next five minutes. Check means confirming through a door you opened yourself, such as a known phone number or the official app. Tell means bringing in a person; a false alarm costs little, and if you were fooled anyway it is never your fault.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last five sessions we have covered scams, accounts, privacy, fakes and image threats. Today we put people at the center. Phones and accounts are ordinary tools, and they can also be used to follow, pressure or isolate someone. That can happen in a relationship, a friendship, a class group, a roommate situation or a work setting.</a:t>
            </a:r>
          </a:p>
          <a:p/>
          <a:p>
            <a:r>
              <a:t>I will give you information, and I will also tell you who on this campus helps. If anything in today's session feels close to your own life, you are welcome to talk with [COUNSELING CENTER] or [VICTIM ADVOCATE] in confidence, and the details are on your resource map. If you tell me something yourself, I will tell you first what I can and cannot keep private. [COUNSEL TO CONFIRM.]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Online stalking and harassment mean repeated, unwanted contact or surveillance that makes someone feel afraid or unsafe. Examples are new accounts after being blocked, many messages in a day, posting a person's address or schedule (sometimes called doxxing), impersonating someone, threatening to share private information, tracking through shared location or hidden apps, and organizing others to pile on. Behavior that is repeated, targeted and unwanted is the pattern, regardless of the platform.</a:t>
            </a:r>
          </a:p>
          <a:p/>
          <a:p>
            <a:r>
              <a:t>If you are on the receiving end, here is a plan. Document: keep a simple log with the date, time, platform, what happened and a link or screenshot of the messages. Save, do not delete. Do not engage with the person, because replies can escalate things or give them what they want. Report: use the platform's tool, and consider [TITLE IX OFFICE], [DEAN OF STUDENTS] or [CAMPUS POLICE]. Protective orders and criminal options differ by state [VERIFY]. A campus advocate can explain the choices without any pressure to take them [COUNSEL TO CONFIRM]. Blocking helps in many cases, though in some situations it can raise the risk, so it is worth talking through with an advocate [VERIFY].</a:t>
            </a:r>
          </a:p>
          <a:p/>
          <a:p>
            <a:r>
              <a:t>Relationship coercion and digital control. In healthy relationships, you share things by choice. In a controlling relationship, a partner demands your passwords, requires location sharing all the time, checks your phone, controls who you can follow or talk to, or becomes angry if you do not answer right away. They may say it is proof of love or trust. A useful test is whether you can say no, and whether the answer is respected. Controlling digital behavior is a recognized warning sign in abusive relationships [VERIFY], and it can happen between people of any gender and in any kind of relationship.</a:t>
            </a:r>
          </a:p>
          <a:p/>
          <a:p>
            <a:r>
              <a:t>If you suspect a device or account is being monitored, such as unexpected apps or battery drain, or a person who always knows where you are, be careful. Changing settings, removing an app or confronting the person can alert them. Many advocates suggest planning first, from a device the person cannot access, with a trained advocate [VERIFY]. loveisrespect offers 24/7 support by call at 1-866-331-9474, by text (LOVEIS to 22522) and by chat at loveisrespect.org [VERIFY before printing]. Your campus advocate or counseling center can help as well.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Upstanders do not need to be heroes. Four moves. Check in: send a private message or ask in person, "I noticed what happened, and I am here. Do you want to talk?" Interrupt: if you see harassment in a group chat, say something short and direct like "That is not okay, take it down," or change the subject or message the target privately. Get help: if there is danger, call [CAMPUS POLICE] or 911, and if someone needs support, use [COUNSELING CENTER] or [RESIDENCE LIFE]. Follow up: check in again a week later.</a:t>
            </a:r>
          </a:p>
          <a:p/>
          <a:p>
            <a:r>
              <a:t>Online, being an upstander has specific rules. Do not forward or repost harmful content, even to condemn it. Do not pile on, even if the person did something wrong. Report to the platform. Support the target privately. Save evidence only if they ask you to. And if you are the person who posted something harmful, delete it and apologize without making excuses.</a:t>
            </a:r>
          </a:p>
          <a:p/>
          <a:p>
            <a:r>
              <a:t>Where would you go? We have two kinds of resources. Confidential resources, such as [COUNSELING CENTER], [HEALTH CENTER] and sometimes [VICTIM ADVOCATE], can usually keep what you say private [COUNSEL TO CONFIRM for each]. Reporting resources, such as [TITLE IX OFFICE], residence life staff and many faculty and staff, have duties to pass certain information on [COUNSEL TO CONFIRM: responsible-employee duties vary by institution]. Neither type is better. They do different jobs, and you can ask any of them, "What would you have to share?" before you share anything.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Hand out the resource map with every local blank filled in. Groups of 3 or 4 get two cards each. Students never play the person harassing or controlling anyone. The cards are described in the third person, and groups decide what the character, a friend or a bystander can do. A guest from a campus office, if present, joins one table at a time.</a:t>
            </a:r>
          </a:p>
          <a:p/>
          <a:p>
            <a:r>
              <a:t>Steps: Read the card. (1 min) Decide: is there danger now? If yes, who is the first call? (2 min) Choose the first helpful step for the person in the card and the first helpful step for a friend. Name one confidential and one reporting resource from the map. (4 min) Practice one check-in sentence aloud to a partner. (2 min) Share one card with the room. (rest)</a:t>
            </a:r>
          </a:p>
          <a:p/>
          <a:p>
            <a:r>
              <a:t>Timer: 15 minutes. Make sure every student leaves with a filled-in resource map. If you ran this session first, in the one-day format, give them the Campus Safety Card too.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Role-play practice: Check-In Line Practice: Pairs. Partner A reads a printed message from a card (for example, the message from Ife's friend, "I am just tired, don't worry"). Partner B practices the check-in line: "I noticed you have missed a few things lately, and I miss you. You do not have to tell me anything, and I am here if you want to talk. Can I check in on you on Thursday?" Switch to a second card. Neither partner plays a person who controls or harasses another. Map Walk: If time allows, or as homework, students visit one office on the resource map in person or look up its page on the college website, and write down one thing they did not know.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Allow about 8 minutes. Take two or three answers per question, and let people pass. What is the difference between caring about someone and controlling them? Where do you notice that line most? What stops people from stepping in online? What would make it easier? Which resource on the map are you least familiar with? What would you like to know about it? What is one thing you could do this week to make it easier for a friend to come to you?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aloud and pause. Hand out the Campus Safety Card and the evaluation card.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each resource and say what it does. Say that you will gladly walk anyone to the office. Remind students that some resources are confidential and some have reporting duties, and that they can ask 'What would you have to share?' first [COUNSEL TO CONFIRM]. Disclosure notes for this session: This session may prompt disclosures about stalking, relationship violence or harassment. Use the master protocol. Give the heads-up about reporting duties first. Offer a confidential option first. Do not ask for details. Do not approach the other person. Safety planning belongs to advocates and trained staff. If there is immediate danger, call 911 or [CAMPUS POLICE]. A student who says they are afraid to go home should not be left alone; bring in [COUNSELING CENTER], [CAMPUS POLICE] or [RESIDENCE LIFE] with the student's knowledge. If the student mentions suicide, stay with them and use 988 or Crisis Text Line (text HOME to 741741). If the student is a parent and mentions a child at risk, mandatory reporting duties may apply [COUNSEL TO CONFIRM; VERIFY state law].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cards are anonymous. Do not collect names, student ID numbers or email addresses. Tally counts only (for example, how many students circled each number). Aggregate results can go to your supervisor; individual cards are recycled after tallying [LOCAL: confirm records policy].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Session 6: Control, Harassment and Having Each Other's Backs</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Digital Safety for College Students</a:t>
            </a:r>
          </a:p>
          <a:p>
            <a:pPr>
              <a:spcAft>
                <a:spcPts val="1000"/>
              </a:spcAft>
            </a:pPr>
            <a:r>
              <a:rPr sz="2800">
                <a:solidFill>
                  <a:srgbClr val="2B2D42"/>
                </a:solidFill>
                <a:latin typeface="Segoe UI"/>
              </a:rPr>
              <a:t>Hackles · a free kit · quillsup.org</a:t>
            </a:r>
          </a:p>
          <a:p>
            <a:pPr>
              <a:spcAft>
                <a:spcPts val="1000"/>
              </a:spcAft>
            </a:pPr>
            <a:r>
              <a:rPr sz="2800">
                <a:solidFill>
                  <a:srgbClr val="2B2D42"/>
                </a:solidFill>
                <a:latin typeface="Segoe UI"/>
              </a:rPr>
              <a:t>Hackles up? Pause. Check. Tell.</a:t>
            </a:r>
          </a:p>
          <a:p>
            <a:pPr>
              <a:spcAft>
                <a:spcPts val="1000"/>
              </a:spcAft>
            </a:pPr>
            <a:r>
              <a:rPr sz="2800">
                <a:solidFill>
                  <a:srgbClr val="2B2D42"/>
                </a:solidFill>
                <a:latin typeface="Segoe UI"/>
              </a:rPr>
              <a:t>Facilitator: [NAME] · [COLLEGE NAME]</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6 · 1 of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What you will be able to do</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400">
                <a:solidFill>
                  <a:srgbClr val="2B2D42"/>
                </a:solidFill>
                <a:latin typeface="Segoe UI"/>
              </a:rPr>
              <a:t>Describe online stalking and harassment and how to document it.</a:t>
            </a:r>
          </a:p>
          <a:p>
            <a:pPr>
              <a:spcAft>
                <a:spcPts val="1000"/>
              </a:spcAft>
            </a:pPr>
            <a:r>
              <a:rPr sz="2400">
                <a:solidFill>
                  <a:srgbClr val="2B2D42"/>
                </a:solidFill>
                <a:latin typeface="Segoe UI"/>
              </a:rPr>
              <a:t>Tell the difference between healthy sharing and digital control in a relationship, and name common warning signs.</a:t>
            </a:r>
          </a:p>
          <a:p>
            <a:pPr>
              <a:spcAft>
                <a:spcPts val="1000"/>
              </a:spcAft>
            </a:pPr>
            <a:r>
              <a:rPr sz="2400">
                <a:solidFill>
                  <a:srgbClr val="2B2D42"/>
                </a:solidFill>
                <a:latin typeface="Segoe UI"/>
              </a:rPr>
              <a:t>Use a check-in routine with a friend: check in, interrupt, get help, follow up.</a:t>
            </a:r>
          </a:p>
          <a:p>
            <a:pPr>
              <a:spcAft>
                <a:spcPts val="1000"/>
              </a:spcAft>
            </a:pPr>
            <a:r>
              <a:rPr sz="2400">
                <a:solidFill>
                  <a:srgbClr val="2B2D42"/>
                </a:solidFill>
                <a:latin typeface="Segoe UI"/>
              </a:rPr>
              <a:t>Complete a local map of campus and national resources, with names, numbers and locations filled in.</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6 · 2 of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Hackles up? Pause. Check. Tell.</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Hackles up: notice what feels off, and say it in words</a:t>
            </a:r>
          </a:p>
          <a:p>
            <a:pPr>
              <a:spcAft>
                <a:spcPts val="1000"/>
              </a:spcAft>
            </a:pPr>
            <a:r>
              <a:rPr sz="2800">
                <a:solidFill>
                  <a:srgbClr val="2B2D42"/>
                </a:solidFill>
                <a:latin typeface="Segoe UI"/>
              </a:rPr>
              <a:t>Pause: nothing has to happen in five minutes</a:t>
            </a:r>
          </a:p>
          <a:p>
            <a:pPr>
              <a:spcAft>
                <a:spcPts val="1000"/>
              </a:spcAft>
            </a:pPr>
            <a:r>
              <a:rPr sz="2800">
                <a:solidFill>
                  <a:srgbClr val="2B2D42"/>
                </a:solidFill>
                <a:latin typeface="Segoe UI"/>
              </a:rPr>
              <a:t>Check: through a door you opened yourself</a:t>
            </a:r>
          </a:p>
          <a:p>
            <a:pPr>
              <a:spcAft>
                <a:spcPts val="1000"/>
              </a:spcAft>
            </a:pPr>
            <a:r>
              <a:rPr sz="2800">
                <a:solidFill>
                  <a:srgbClr val="2B2D42"/>
                </a:solidFill>
                <a:latin typeface="Segoe UI"/>
              </a:rPr>
              <a:t>Tell: a person, then a report. A false alarm is fine.</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6 · 3 of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Open: from tools to people</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Harassment and control often use ordinary tools: messages, location, passwords</a:t>
            </a:r>
          </a:p>
          <a:p>
            <a:pPr>
              <a:spcAft>
                <a:spcPts val="1000"/>
              </a:spcAft>
            </a:pPr>
            <a:r>
              <a:rPr sz="2800">
                <a:solidFill>
                  <a:srgbClr val="2B2D42"/>
                </a:solidFill>
                <a:latin typeface="Segoe UI"/>
              </a:rPr>
              <a:t>You can have a healthy relationship, friendship or group chat and still draw limits</a:t>
            </a:r>
          </a:p>
          <a:p>
            <a:pPr>
              <a:spcAft>
                <a:spcPts val="1000"/>
              </a:spcAft>
            </a:pPr>
            <a:r>
              <a:rPr sz="2800">
                <a:solidFill>
                  <a:srgbClr val="2B2D42"/>
                </a:solidFill>
                <a:latin typeface="Segoe UI"/>
              </a:rPr>
              <a:t>Today: how to spot control, how to document, how to help, where to go</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6 · 4 of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Stalking, harassment and digital control</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400">
                <a:solidFill>
                  <a:srgbClr val="2B2D42"/>
                </a:solidFill>
                <a:latin typeface="Segoe UI"/>
              </a:rPr>
              <a:t>Online stalking or harassment: repeated unwanted contact, fake accounts, posting private details, tracking</a:t>
            </a:r>
          </a:p>
          <a:p>
            <a:pPr>
              <a:spcAft>
                <a:spcPts val="1000"/>
              </a:spcAft>
            </a:pPr>
            <a:r>
              <a:rPr sz="2400">
                <a:solidFill>
                  <a:srgbClr val="2B2D42"/>
                </a:solidFill>
                <a:latin typeface="Segoe UI"/>
              </a:rPr>
              <a:t>Document: dates, times, screenshots of messages, links; do not engage</a:t>
            </a:r>
          </a:p>
          <a:p>
            <a:pPr>
              <a:spcAft>
                <a:spcPts val="1000"/>
              </a:spcAft>
            </a:pPr>
            <a:r>
              <a:rPr sz="2400">
                <a:solidFill>
                  <a:srgbClr val="2B2D42"/>
                </a:solidFill>
                <a:latin typeface="Segoe UI"/>
              </a:rPr>
              <a:t>Healthy sharing is chosen and can be changed; control is demanded</a:t>
            </a:r>
          </a:p>
          <a:p>
            <a:pPr>
              <a:spcAft>
                <a:spcPts val="1000"/>
              </a:spcAft>
            </a:pPr>
            <a:r>
              <a:rPr sz="2400">
                <a:solidFill>
                  <a:srgbClr val="2B2D42"/>
                </a:solidFill>
                <a:latin typeface="Segoe UI"/>
              </a:rPr>
              <a:t>If you suspect monitoring, plan with an advocate before changing things</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6 · 5 of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Being an upstander, and your local map</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Check in: private, kind, specific</a:t>
            </a:r>
          </a:p>
          <a:p>
            <a:pPr>
              <a:spcAft>
                <a:spcPts val="1000"/>
              </a:spcAft>
            </a:pPr>
            <a:r>
              <a:rPr sz="2800">
                <a:solidFill>
                  <a:srgbClr val="2B2D42"/>
                </a:solidFill>
                <a:latin typeface="Segoe UI"/>
              </a:rPr>
              <a:t>Interrupt: change the subject, name the behavior, step between</a:t>
            </a:r>
          </a:p>
          <a:p>
            <a:pPr>
              <a:spcAft>
                <a:spcPts val="1000"/>
              </a:spcAft>
            </a:pPr>
            <a:r>
              <a:rPr sz="2800">
                <a:solidFill>
                  <a:srgbClr val="2B2D42"/>
                </a:solidFill>
                <a:latin typeface="Segoe UI"/>
              </a:rPr>
              <a:t>Get help: a person with a role, campus police if there is danger</a:t>
            </a:r>
          </a:p>
          <a:p>
            <a:pPr>
              <a:spcAft>
                <a:spcPts val="1000"/>
              </a:spcAft>
            </a:pPr>
            <a:r>
              <a:rPr sz="2800">
                <a:solidFill>
                  <a:srgbClr val="2B2D42"/>
                </a:solidFill>
                <a:latin typeface="Segoe UI"/>
              </a:rPr>
              <a:t>Follow up: check in again later</a:t>
            </a:r>
          </a:p>
          <a:p>
            <a:pPr>
              <a:spcAft>
                <a:spcPts val="1000"/>
              </a:spcAft>
            </a:pPr>
            <a:r>
              <a:rPr sz="2800">
                <a:solidFill>
                  <a:srgbClr val="2B2D42"/>
                </a:solidFill>
                <a:latin typeface="Segoe UI"/>
              </a:rPr>
              <a:t>Online: do not forward, do not pile on, report</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6 · 6 of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Activity: Where Would You Go?</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Read the card.</a:t>
            </a:r>
          </a:p>
          <a:p>
            <a:pPr>
              <a:spcAft>
                <a:spcPts val="1000"/>
              </a:spcAft>
            </a:pPr>
            <a:r>
              <a:rPr sz="2800">
                <a:solidFill>
                  <a:srgbClr val="2B2D42"/>
                </a:solidFill>
                <a:latin typeface="Segoe UI"/>
              </a:rPr>
              <a:t>Decide: is there danger now? If yes, who is the first call?</a:t>
            </a:r>
          </a:p>
          <a:p>
            <a:pPr>
              <a:spcAft>
                <a:spcPts val="1000"/>
              </a:spcAft>
            </a:pPr>
            <a:r>
              <a:rPr sz="2800">
                <a:solidFill>
                  <a:srgbClr val="2B2D42"/>
                </a:solidFill>
                <a:latin typeface="Segoe UI"/>
              </a:rPr>
              <a:t>Choose the first helpful step for the person in the card and the first helpful step for a friend</a:t>
            </a:r>
          </a:p>
          <a:p>
            <a:pPr>
              <a:spcAft>
                <a:spcPts val="1000"/>
              </a:spcAft>
            </a:pPr>
            <a:r>
              <a:rPr sz="2800">
                <a:solidFill>
                  <a:srgbClr val="2B2D42"/>
                </a:solidFill>
                <a:latin typeface="Segoe UI"/>
              </a:rPr>
              <a:t>Practice one check-in sentence aloud to a partner.</a:t>
            </a:r>
          </a:p>
          <a:p>
            <a:pPr>
              <a:spcAft>
                <a:spcPts val="1000"/>
              </a:spcAft>
            </a:pPr>
            <a:r>
              <a:rPr sz="2800">
                <a:solidFill>
                  <a:srgbClr val="2B2D42"/>
                </a:solidFill>
                <a:latin typeface="Segoe UI"/>
              </a:rPr>
              <a:t>Share one card with the room.</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6 · 7 of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Scenario cards and practice</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Cards are on your table (fictional composites)</a:t>
            </a:r>
          </a:p>
          <a:p>
            <a:pPr>
              <a:spcAft>
                <a:spcPts val="1000"/>
              </a:spcAft>
            </a:pPr>
            <a:r>
              <a:rPr sz="2800">
                <a:solidFill>
                  <a:srgbClr val="2B2D42"/>
                </a:solidFill>
                <a:latin typeface="Segoe UI"/>
              </a:rPr>
              <a:t>Nobody plays the sender, the offender or the person harmed</a:t>
            </a:r>
          </a:p>
          <a:p>
            <a:pPr>
              <a:spcAft>
                <a:spcPts val="1000"/>
              </a:spcAft>
            </a:pPr>
            <a:r>
              <a:rPr sz="2800">
                <a:solidFill>
                  <a:srgbClr val="2B2D42"/>
                </a:solidFill>
                <a:latin typeface="Segoe UI"/>
              </a:rPr>
              <a:t>Pass is always allowed</a:t>
            </a:r>
          </a:p>
          <a:p>
            <a:pPr>
              <a:spcAft>
                <a:spcPts val="1000"/>
              </a:spcAft>
            </a:pPr>
            <a:r>
              <a:rPr sz="2800">
                <a:solidFill>
                  <a:srgbClr val="2B2D42"/>
                </a:solidFill>
                <a:latin typeface="Segoe UI"/>
              </a:rPr>
              <a:t>Say what you would check, and who you would tell</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6 · 8 of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Discussion</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400">
                <a:solidFill>
                  <a:srgbClr val="2B2D42"/>
                </a:solidFill>
                <a:latin typeface="Segoe UI"/>
              </a:rPr>
              <a:t>What is the difference between caring about someone and controlling them? Where do you notice that line most?</a:t>
            </a:r>
          </a:p>
          <a:p>
            <a:pPr>
              <a:spcAft>
                <a:spcPts val="1000"/>
              </a:spcAft>
            </a:pPr>
            <a:r>
              <a:rPr sz="2400">
                <a:solidFill>
                  <a:srgbClr val="2B2D42"/>
                </a:solidFill>
                <a:latin typeface="Segoe UI"/>
              </a:rPr>
              <a:t>What stops people from stepping in online? What would make it easier?</a:t>
            </a:r>
          </a:p>
          <a:p>
            <a:pPr>
              <a:spcAft>
                <a:spcPts val="1000"/>
              </a:spcAft>
            </a:pPr>
            <a:r>
              <a:rPr sz="2400">
                <a:solidFill>
                  <a:srgbClr val="2B2D42"/>
                </a:solidFill>
                <a:latin typeface="Segoe UI"/>
              </a:rPr>
              <a:t>Which resource on the map are you least familiar with? What would you like to know about it?</a:t>
            </a:r>
          </a:p>
          <a:p>
            <a:pPr>
              <a:spcAft>
                <a:spcPts val="1000"/>
              </a:spcAft>
            </a:pPr>
            <a:r>
              <a:rPr sz="2400">
                <a:solidFill>
                  <a:srgbClr val="2B2D42"/>
                </a:solidFill>
                <a:latin typeface="Segoe UI"/>
              </a:rPr>
              <a:t>What is one thing you could do this week to make it easier for a friend to come to you?</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6 · 9 of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Takeaway</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Control and harassment can happen through everyday tools. Document, do not engage, and use the resources on your map. Check in, interrupt, get help and follow up. You can ask any office what it would be required to share before you say anything.</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6 · 10 of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Where to get help</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Immediate danger: 911 or [CAMPUS POLICE]</a:t>
            </a:r>
          </a:p>
          <a:p>
            <a:pPr>
              <a:spcAft>
                <a:spcPts val="1000"/>
              </a:spcAft>
            </a:pPr>
            <a:r>
              <a:rPr sz="2800">
                <a:solidFill>
                  <a:srgbClr val="2B2D42"/>
                </a:solidFill>
                <a:latin typeface="Segoe UI"/>
              </a:rPr>
              <a:t>Counseling: [COUNSELING CENTER, PHONE]</a:t>
            </a:r>
          </a:p>
          <a:p>
            <a:pPr>
              <a:spcAft>
                <a:spcPts val="1000"/>
              </a:spcAft>
            </a:pPr>
            <a:r>
              <a:rPr sz="2800">
                <a:solidFill>
                  <a:srgbClr val="2B2D42"/>
                </a:solidFill>
                <a:latin typeface="Segoe UI"/>
              </a:rPr>
              <a:t>Title IX office: [NAME, PHONE]</a:t>
            </a:r>
          </a:p>
          <a:p>
            <a:pPr>
              <a:spcAft>
                <a:spcPts val="1000"/>
              </a:spcAft>
            </a:pPr>
            <a:r>
              <a:rPr sz="2800">
                <a:solidFill>
                  <a:srgbClr val="2B2D42"/>
                </a:solidFill>
                <a:latin typeface="Segoe UI"/>
              </a:rPr>
              <a:t>988: call or text 988</a:t>
            </a:r>
          </a:p>
          <a:p>
            <a:pPr>
              <a:spcAft>
                <a:spcPts val="1000"/>
              </a:spcAft>
            </a:pPr>
            <a:r>
              <a:rPr sz="2800">
                <a:solidFill>
                  <a:srgbClr val="2B2D42"/>
                </a:solidFill>
                <a:latin typeface="Segoe UI"/>
              </a:rPr>
              <a:t>Crisis Text Line: text HOME to 741741</a:t>
            </a:r>
          </a:p>
          <a:p>
            <a:pPr>
              <a:spcAft>
                <a:spcPts val="1000"/>
              </a:spcAft>
            </a:pPr>
            <a:r>
              <a:rPr sz="2800">
                <a:solidFill>
                  <a:srgbClr val="2B2D42"/>
                </a:solidFill>
                <a:latin typeface="Segoe UI"/>
              </a:rPr>
              <a:t>Scams: reportfraud.ftc.gov · Crime: ic3.gov [VERIFY]</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6 · 11 of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Evaluation card</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Anonymous: no names, no student ID numbers</a:t>
            </a:r>
          </a:p>
          <a:p>
            <a:pPr>
              <a:spcAft>
                <a:spcPts val="1000"/>
              </a:spcAft>
            </a:pPr>
            <a:r>
              <a:rPr sz="2800">
                <a:solidFill>
                  <a:srgbClr val="2B2D42"/>
                </a:solidFill>
                <a:latin typeface="Segoe UI"/>
              </a:rPr>
              <a:t>Two circle questions, one fill-in</a:t>
            </a:r>
          </a:p>
          <a:p>
            <a:pPr>
              <a:spcAft>
                <a:spcPts val="1000"/>
              </a:spcAft>
            </a:pPr>
            <a:r>
              <a:rPr sz="2800">
                <a:solidFill>
                  <a:srgbClr val="2B2D42"/>
                </a:solidFill>
                <a:latin typeface="Segoe UI"/>
              </a:rPr>
              <a:t>Leave it on the table or hand it in on the way out</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6 · 12 of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Safety for College Students: Session 6, Control, Harassment and Having Each Other's Backs</dc:title>
  <dc:subject>(c) 2026 Competence Collective. CC BY-NC 4.0 for lesson text; Hackles name, logos and artwork excluded.</dc:subject>
  <dc:creator>Competence Collective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en-US</dc:language>
</cp:coreProperties>
</file>