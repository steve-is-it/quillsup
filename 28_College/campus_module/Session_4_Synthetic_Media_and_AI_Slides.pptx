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people and let them settle. Slide text is large and high contrast so it works from the back of the room. Every slide has the script in these notes. (c) 2026 Competence Collective. Lesson text and teaching materials CC BY-NC 4.0. The Hackles name, logos, characters and artwork are not covered by that license: print and share them unaltered for classroom and family use; any other use needs written permission. [VERIFY with counsel]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objectives aloud. Say that the session is practical and that participation is always optional.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**Hackles up? Pause. Check. Tell.** In this module the idea has the same four steps for adults. Hackles up is the noticing step: a prickle that something is too good, too urgent, too secret or just a little off. Pause means nothing has to happen in the next five minutes. Check means confirming through a door you opened yourself, such as a known phone number or the official app. Tell means bringing in a person; a false alarm costs little, and if you were fooled anyway it is never your fault.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has two parts. The first is about media that may or may not be real: a voice message, a video clip, a screenshot. The second is about generative AI in your coursework. In both parts, my goal is to give you habits, not a lecture on what is good or bad.</a:t>
            </a:r>
          </a:p>
          <a:p/>
          <a:p>
            <a:r>
              <a:t>Start with a plain fact. It is now possible to make a convincing voice from a short recording of a real person, and to make or alter images and video. The quality varies and keeps changing, so any list of tells, such as strange fingers or odd blinking, goes out of date. Please do not build your safety on being a good detective. Build it on process.</a:t>
            </a:r>
          </a:p>
          <a:p/>
          <a:p>
            <a:r>
              <a:t>Hackles up? The prickle for synthetic media is a message that creates strong emotion and urgency, plus a request to do something unusual. A relative in trouble who needs money now. A famous person endorsing a giveaway. A recruiter who needs you to install software for a video interview. Pause. Check through a second channel. Tell someone.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habits. Source: where did this come from? A clip with no original context, reposted by accounts you do not know, is weak. Second source: does anyone reliable report the same thing? If a major event is real, many reporters will cover it. Second channel: if it is a person asking for something, contact them through a number or app you already had, not the one on the message. Slow down: the more a message makes you angry, scared or thrilled, the more important it is to wait ten minutes.</a:t>
            </a:r>
          </a:p>
          <a:p/>
          <a:p>
            <a:r>
              <a:t>Voice cloning scams deserve a special mention. A call or voice message arrives, sounding like a parent, a sibling or a friend. Something has happened, and they need money, gift cards or a code immediately. Even if the voice sounds exactly right, hang up and call back on the number saved in your phone. Many families set a code word, a short phrase that only they know and that is never posted. Use it for emergencies. Make it silly and memorable, and change it if it leaks.</a:t>
            </a:r>
          </a:p>
          <a:p/>
          <a:p>
            <a:r>
              <a:t>Provenance labels and watermarks are being developed by some platforms and camera makers, and they can help when present [VERIFY]. Their absence proves nothing, though. The same goes for "AI detectors" for images and text. They make mistakes in both directions [VERIFY], so treat them as one clue and never as proof.</a:t>
            </a:r>
          </a:p>
          <a:p/>
          <a:p>
            <a:r>
              <a:t>If a fake image or recording of you appears, whether it is a voice clip, a doctored screenshot or a fabricated intimate image, you are the victim of a harm that was done to you. Save the links and dates. Report it to the platform. Tell someone you trust. Intimate fakes involve Session 5's steps, including StopNCII for adults [VERIFIED in kit; whether it covers AI-generated images is unclear, VERIFY]. Many states have laws on sexual deepfakes, and campus policy may apply as well [VERIFY; COUNSEL TO CONFIRM].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generative AI and coursework, I will stick to facts and leave moralizing aside. First fact: policies differ. One instructor may allow it for brainstorming and ban it for drafting. Another may require you to disclose any use. Another may ban it entirely. [COLLEGE NAME] has [COLLEGE POLICY SUMMARY, or: leaves it to each instructor] [LOCAL]. The syllabus is the first place to look. If it says nothing, ask your instructor in writing and keep the reply.</a:t>
            </a:r>
          </a:p>
          <a:p/>
          <a:p>
            <a:r>
              <a:t>Second fact: these tools can write confident, fluent text that is wrong, and they can invent sources that do not exist. If you use one where it is allowed, you remain responsible for checking every claim and every citation. Third fact: if you use a tool where the course allows it, follow the course rule on how to credit it, because the rule might ask for a note on what the tool did.</a:t>
            </a:r>
          </a:p>
          <a:p/>
          <a:p>
            <a:r>
              <a:t>Fourth: privacy. Anything you paste into a tool may be stored or used by the company depending on its terms [VERIFY]. Do not paste other people's personal information, your classmates' work, or documents covered by a confidentiality agreement.</a:t>
            </a:r>
          </a:p>
          <a:p/>
          <a:p>
            <a:r>
              <a:t>Fifth: detection. Software that claims to detect AI-written text can wrongly flag honest work, including work by students who write in a second language [VERIFY]. If you are ever flagged, keep your notes, drafts and version history, ask what evidence is being used, and use the college's process. [ACADEMIC INTEGRITY OFFICE] explains your rights in that process [LOCAL].</a:t>
            </a:r>
          </a:p>
          <a:p/>
          <a:p>
            <a:r>
              <a:t>Last, assistive technology such as speech-to-text, screen readers and captioning serves a different purpose from text generators, and policies sometimes get confused. If a tool is part of your accommodation, [DISABILITY SERVICES] can document that with your instructor.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Groups of 3 or 4. Each group gets three cards (descriptions only). No media is shown. For cards 4A to 4D, groups choose: Likely real, Likely fake, or Can't tell yet, then list the habits they would use. For cards 4E and 4F, groups write the question they would ask or the next step they would take. No student plays a person who creates a fake or who accuses another student.</a:t>
            </a:r>
          </a:p>
          <a:p/>
          <a:p>
            <a:r>
              <a:t>Steps: Read the card together. (1 min) Choose a verdict and name the habit that would settle it: source, second source, second channel, slow down. (2 min) Write the first sentence you would say to a friend, to your instructor, or to yourself. (2 min) Whole-group sharing of one card per group. (rest)</a:t>
            </a:r>
          </a:p>
          <a:p/>
          <a:p>
            <a:r>
              <a:t>Timer: 15 minutes. Let "Can't tell yet" be a respected answer. The skill is knowing what to do while you cannot tell.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practice: The Call-Back and the Policy Question: Pairs, two short rounds. Round 1: Partner A reads a printed message from the "relative" card and practices the call-back line: "I got a message from this number and I want to check. What was the last thing we talked about, and what is our code word?" Partner B plays the real relative, who is relieved and says the real answer from a card. Round 2: Partner A practices an email to an instructor: "My syllabus says outside help must be disclosed. May I use a spell checker or an AI tool for grammar only, and how should I note it?" Partner B plays the instructor and replies with a policy from a card. No one plays a scammer, a cloner or an accuser.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about 8 minutes. Take two or three answers per question, and let people pass. Which of the four verification habits do you already use? Which would feel awkward? Who in your life would you set a code word with, and what makes it hard to bring up? What did you notice about how the course policies in your syllabi differ? Where do you find the answer when it is not clear? How could the college make the AI rules clearer for students?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aloud and pause. Hand out the Campus Safety Card and the evaluation card.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each resource and say what it does. Say that you will gladly walk anyone to the office. Remind students that some resources are confidential and some have reporting duties, and that they can ask 'What would you have to share?' first [COUNSEL TO CONFIRM]. Disclosure notes for this session: A student may disclose that a fake or altered image of them is circulating, or that they were accused of cheating. Treat the first as image-based abuse (Session 5 protocol, including the heads-up on reporting duties) and the second as a process question to [ACADEMIC INTEGRITY OFFICE] with support from [DEAN OF STUDENTS]. If a student describes being pressured to send money to a relative, who may be a cloned voice, apply the Session 1 first-hour list. If a student says someone is using a fake or edited image to threaten them, do not ask to see it. Move to Session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cards are anonymous. Do not collect names, student ID numbers or email addresses. Tally counts only (for example, how many students circled each number). Aggregate results can go to your supervisor; individual cards are recycled after tallying [LOCAL: confirm records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Session 4: Is It Real? Synthetic Media, Voice Clones and Generative AI at School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Digital Safety for College Students</a:t>
            </a:r>
          </a:p>
          <a:p>
            <a:pPr>
              <a:spcAft>
                <a:spcPts val="1000"/>
              </a:spcAft>
            </a:pPr>
            <a:r>
              <a:rPr sz="2800">
                <a:solidFill>
                  <a:srgbClr val="2B2D42"/>
                </a:solidFill>
                <a:latin typeface="Segoe UI"/>
              </a:rPr>
              <a:t>A free kit by Competence Collective</a:t>
            </a:r>
          </a:p>
          <a:p>
            <a:pPr>
              <a:spcAft>
                <a:spcPts val="1000"/>
              </a:spcAft>
            </a:pPr>
            <a:r>
              <a:rPr sz="2800">
                <a:solidFill>
                  <a:srgbClr val="2B2D42"/>
                </a:solidFill>
                <a:latin typeface="Segoe UI"/>
              </a:rPr>
              <a:t>Hackles up? Pause. Check. Tell.</a:t>
            </a:r>
          </a:p>
          <a:p>
            <a:pPr>
              <a:spcAft>
                <a:spcPts val="1000"/>
              </a:spcAft>
            </a:pPr>
            <a:r>
              <a:rPr sz="2800">
                <a:solidFill>
                  <a:srgbClr val="2B2D42"/>
                </a:solidFill>
                <a:latin typeface="Segoe UI"/>
              </a:rPr>
              <a:t>Facilitator: [NAME] · [COLLEGE NAME]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What you will be able to do</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200">
                <a:solidFill>
                  <a:srgbClr val="2B2D42"/>
                </a:solidFill>
                <a:latin typeface="Segoe UI"/>
              </a:rPr>
              <a:t>Describe what synthetic images, video and cloned voices can do, and what they cannot prove.</a:t>
            </a:r>
          </a:p>
          <a:p>
            <a:pPr>
              <a:spcAft>
                <a:spcPts val="1000"/>
              </a:spcAft>
            </a:pPr>
            <a:r>
              <a:rPr sz="2200">
                <a:solidFill>
                  <a:srgbClr val="2B2D42"/>
                </a:solidFill>
                <a:latin typeface="Segoe UI"/>
              </a:rPr>
              <a:t>Use four verification habits: source, second source, second channel and slow down.</a:t>
            </a:r>
          </a:p>
          <a:p>
            <a:pPr>
              <a:spcAft>
                <a:spcPts val="1000"/>
              </a:spcAft>
            </a:pPr>
            <a:r>
              <a:rPr sz="2200">
                <a:solidFill>
                  <a:srgbClr val="2B2D42"/>
                </a:solidFill>
                <a:latin typeface="Segoe UI"/>
              </a:rPr>
              <a:t>Set up a family or friend code word and explain a call-back routine.</a:t>
            </a:r>
          </a:p>
          <a:p>
            <a:pPr>
              <a:spcAft>
                <a:spcPts val="1000"/>
              </a:spcAft>
            </a:pPr>
            <a:r>
              <a:rPr sz="2200">
                <a:solidFill>
                  <a:srgbClr val="2B2D42"/>
                </a:solidFill>
                <a:latin typeface="Segoe UI"/>
              </a:rPr>
              <a:t>Describe the academic integrity questions around generative AI factually: know the course policy, ask in writing, keep drafts, cite as required.</a:t>
            </a:r>
          </a:p>
          <a:p>
            <a:pPr>
              <a:spcAft>
                <a:spcPts val="1000"/>
              </a:spcAft>
            </a:pPr>
            <a:r>
              <a:rPr sz="2200">
                <a:solidFill>
                  <a:srgbClr val="2B2D42"/>
                </a:solidFill>
                <a:latin typeface="Segoe UI"/>
              </a:rPr>
              <a:t>Say what to do if a fake image or recording of you appears.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Hackles up? Pause. Check. Tell.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Hackles up: notice what feels off, and say it in words</a:t>
            </a:r>
          </a:p>
          <a:p>
            <a:pPr>
              <a:spcAft>
                <a:spcPts val="1000"/>
              </a:spcAft>
            </a:pPr>
            <a:r>
              <a:rPr sz="2800">
                <a:solidFill>
                  <a:srgbClr val="2B2D42"/>
                </a:solidFill>
                <a:latin typeface="Segoe UI"/>
              </a:rPr>
              <a:t>Pause: nothing has to happen in five minutes</a:t>
            </a:r>
          </a:p>
          <a:p>
            <a:pPr>
              <a:spcAft>
                <a:spcPts val="1000"/>
              </a:spcAft>
            </a:pPr>
            <a:r>
              <a:rPr sz="2800">
                <a:solidFill>
                  <a:srgbClr val="2B2D42"/>
                </a:solidFill>
                <a:latin typeface="Segoe UI"/>
              </a:rPr>
              <a:t>Check: through a door you opened yourself</a:t>
            </a:r>
          </a:p>
          <a:p>
            <a:pPr>
              <a:spcAft>
                <a:spcPts val="1000"/>
              </a:spcAft>
            </a:pPr>
            <a:r>
              <a:rPr sz="2800">
                <a:solidFill>
                  <a:srgbClr val="2B2D42"/>
                </a:solidFill>
                <a:latin typeface="Segoe UI"/>
              </a:rPr>
              <a:t>Tell: a person, then a report. A false alarm is fine.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Open: seeing is no longer believing, and that is manageable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Images, video and voices can now be generated or altered</a:t>
            </a:r>
          </a:p>
          <a:p>
            <a:pPr>
              <a:spcAft>
                <a:spcPts val="1000"/>
              </a:spcAft>
            </a:pPr>
            <a:r>
              <a:rPr sz="2800">
                <a:solidFill>
                  <a:srgbClr val="2B2D42"/>
                </a:solidFill>
                <a:latin typeface="Segoe UI"/>
              </a:rPr>
              <a:t>No visual trick will always give a fake away</a:t>
            </a:r>
          </a:p>
          <a:p>
            <a:pPr>
              <a:spcAft>
                <a:spcPts val="1000"/>
              </a:spcAft>
            </a:pPr>
            <a:r>
              <a:rPr sz="2800">
                <a:solidFill>
                  <a:srgbClr val="2B2D42"/>
                </a:solidFill>
                <a:latin typeface="Segoe UI"/>
              </a:rPr>
              <a:t>Habits work better than detective skills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Four habits for verifying</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Source: who posted it first, and where?</a:t>
            </a:r>
          </a:p>
          <a:p>
            <a:pPr>
              <a:spcAft>
                <a:spcPts val="1000"/>
              </a:spcAft>
            </a:pPr>
            <a:r>
              <a:rPr sz="2800">
                <a:solidFill>
                  <a:srgbClr val="2B2D42"/>
                </a:solidFill>
                <a:latin typeface="Segoe UI"/>
              </a:rPr>
              <a:t>Second source: do reliable outlets or the person confirm it?</a:t>
            </a:r>
          </a:p>
          <a:p>
            <a:pPr>
              <a:spcAft>
                <a:spcPts val="1000"/>
              </a:spcAft>
            </a:pPr>
            <a:r>
              <a:rPr sz="2800">
                <a:solidFill>
                  <a:srgbClr val="2B2D42"/>
                </a:solidFill>
                <a:latin typeface="Segoe UI"/>
              </a:rPr>
              <a:t>Second channel: call the person on a number you already have</a:t>
            </a:r>
          </a:p>
          <a:p>
            <a:pPr>
              <a:spcAft>
                <a:spcPts val="1000"/>
              </a:spcAft>
            </a:pPr>
            <a:r>
              <a:rPr sz="2800">
                <a:solidFill>
                  <a:srgbClr val="2B2D42"/>
                </a:solidFill>
                <a:latin typeface="Segoe UI"/>
              </a:rPr>
              <a:t>Slow down: strong emotion is the signal to wait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Generative AI and academic integrity: the facts</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Rules differ by course; the syllabus is your first source</a:t>
            </a:r>
          </a:p>
          <a:p>
            <a:pPr>
              <a:spcAft>
                <a:spcPts val="1000"/>
              </a:spcAft>
            </a:pPr>
            <a:r>
              <a:rPr sz="2800">
                <a:solidFill>
                  <a:srgbClr val="2B2D42"/>
                </a:solidFill>
                <a:latin typeface="Segoe UI"/>
              </a:rPr>
              <a:t>If it is unclear, ask in writing before you submit</a:t>
            </a:r>
          </a:p>
          <a:p>
            <a:pPr>
              <a:spcAft>
                <a:spcPts val="1000"/>
              </a:spcAft>
            </a:pPr>
            <a:r>
              <a:rPr sz="2800">
                <a:solidFill>
                  <a:srgbClr val="2B2D42"/>
                </a:solidFill>
                <a:latin typeface="Segoe UI"/>
              </a:rPr>
              <a:t>AI tools can produce fluent errors and invented citations</a:t>
            </a:r>
          </a:p>
          <a:p>
            <a:pPr>
              <a:spcAft>
                <a:spcPts val="1000"/>
              </a:spcAft>
            </a:pPr>
            <a:r>
              <a:rPr sz="2800">
                <a:solidFill>
                  <a:srgbClr val="2B2D42"/>
                </a:solidFill>
                <a:latin typeface="Segoe UI"/>
              </a:rPr>
              <a:t>Keep drafts and notes; know the process and your rights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Activity: Real, Fake, or Can't Tell?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Read the card together.</a:t>
            </a:r>
          </a:p>
          <a:p>
            <a:pPr>
              <a:spcAft>
                <a:spcPts val="1000"/>
              </a:spcAft>
            </a:pPr>
            <a:r>
              <a:rPr sz="2800">
                <a:solidFill>
                  <a:srgbClr val="2B2D42"/>
                </a:solidFill>
                <a:latin typeface="Segoe UI"/>
              </a:rPr>
              <a:t>Choose a verdict and name the habit that would settle it: source, second source, second channel, slow down.</a:t>
            </a:r>
          </a:p>
          <a:p>
            <a:pPr>
              <a:spcAft>
                <a:spcPts val="1000"/>
              </a:spcAft>
            </a:pPr>
            <a:r>
              <a:rPr sz="2800">
                <a:solidFill>
                  <a:srgbClr val="2B2D42"/>
                </a:solidFill>
                <a:latin typeface="Segoe UI"/>
              </a:rPr>
              <a:t>Write the first sentence you would say to a friend, to your instructor, or to yourself.</a:t>
            </a:r>
          </a:p>
          <a:p>
            <a:pPr>
              <a:spcAft>
                <a:spcPts val="1000"/>
              </a:spcAft>
            </a:pPr>
            <a:r>
              <a:rPr sz="2800">
                <a:solidFill>
                  <a:srgbClr val="2B2D42"/>
                </a:solidFill>
                <a:latin typeface="Segoe UI"/>
              </a:rPr>
              <a:t>Whole-group sharing of one card per group.</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Scenario cards and practice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Cards are on your table (fictional composites)</a:t>
            </a:r>
          </a:p>
          <a:p>
            <a:pPr>
              <a:spcAft>
                <a:spcPts val="1000"/>
              </a:spcAft>
            </a:pPr>
            <a:r>
              <a:rPr sz="2800">
                <a:solidFill>
                  <a:srgbClr val="2B2D42"/>
                </a:solidFill>
                <a:latin typeface="Segoe UI"/>
              </a:rPr>
              <a:t>Nobody plays the sender, the offender or the person harmed</a:t>
            </a:r>
          </a:p>
          <a:p>
            <a:pPr>
              <a:spcAft>
                <a:spcPts val="1000"/>
              </a:spcAft>
            </a:pPr>
            <a:r>
              <a:rPr sz="2800">
                <a:solidFill>
                  <a:srgbClr val="2B2D42"/>
                </a:solidFill>
                <a:latin typeface="Segoe UI"/>
              </a:rPr>
              <a:t>Pass is always allowed</a:t>
            </a:r>
          </a:p>
          <a:p>
            <a:pPr>
              <a:spcAft>
                <a:spcPts val="1000"/>
              </a:spcAft>
            </a:pPr>
            <a:r>
              <a:rPr sz="2800">
                <a:solidFill>
                  <a:srgbClr val="2B2D42"/>
                </a:solidFill>
                <a:latin typeface="Segoe UI"/>
              </a:rPr>
              <a:t>Say what you would check, and who you would tell</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Discussion</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Which of the four verification habits do you already use? Which would feel awkward?</a:t>
            </a:r>
          </a:p>
          <a:p>
            <a:pPr>
              <a:spcAft>
                <a:spcPts val="1000"/>
              </a:spcAft>
            </a:pPr>
            <a:r>
              <a:rPr sz="2400">
                <a:solidFill>
                  <a:srgbClr val="2B2D42"/>
                </a:solidFill>
                <a:latin typeface="Segoe UI"/>
              </a:rPr>
              <a:t>Who in your life would you set a code word with, and what makes it hard to bring up?</a:t>
            </a:r>
          </a:p>
          <a:p>
            <a:pPr>
              <a:spcAft>
                <a:spcPts val="1000"/>
              </a:spcAft>
            </a:pPr>
            <a:r>
              <a:rPr sz="2400">
                <a:solidFill>
                  <a:srgbClr val="2B2D42"/>
                </a:solidFill>
                <a:latin typeface="Segoe UI"/>
              </a:rPr>
              <a:t>What did you notice about how the course policies in your syllabi differ? Where do you find the answer...</a:t>
            </a:r>
          </a:p>
          <a:p>
            <a:pPr>
              <a:spcAft>
                <a:spcPts val="1000"/>
              </a:spcAft>
            </a:pPr>
            <a:r>
              <a:rPr sz="2400">
                <a:solidFill>
                  <a:srgbClr val="2B2D42"/>
                </a:solidFill>
                <a:latin typeface="Segoe UI"/>
              </a:rPr>
              <a:t>How could the college make the AI rules clearer for students?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Takeaway</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You do not have to be a detective. When media or a message pushes you to act, check the source, find a second source, contact the person on a known channel, and slow down. On coursework, read the policy, ask in writing and keep your drafts.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Where to get help</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Immediate danger: 911 or [CAMPUS POLICE]</a:t>
            </a:r>
          </a:p>
          <a:p>
            <a:pPr>
              <a:spcAft>
                <a:spcPts val="1000"/>
              </a:spcAft>
            </a:pPr>
            <a:r>
              <a:rPr sz="2800">
                <a:solidFill>
                  <a:srgbClr val="2B2D42"/>
                </a:solidFill>
                <a:latin typeface="Segoe UI"/>
              </a:rPr>
              <a:t>Counseling: [COUNSELING CENTER, PHONE]</a:t>
            </a:r>
          </a:p>
          <a:p>
            <a:pPr>
              <a:spcAft>
                <a:spcPts val="1000"/>
              </a:spcAft>
            </a:pPr>
            <a:r>
              <a:rPr sz="2800">
                <a:solidFill>
                  <a:srgbClr val="2B2D42"/>
                </a:solidFill>
                <a:latin typeface="Segoe UI"/>
              </a:rPr>
              <a:t>Title IX office: [NAME, PHONE]</a:t>
            </a:r>
          </a:p>
          <a:p>
            <a:pPr>
              <a:spcAft>
                <a:spcPts val="1000"/>
              </a:spcAft>
            </a:pPr>
            <a:r>
              <a:rPr sz="2800">
                <a:solidFill>
                  <a:srgbClr val="2B2D42"/>
                </a:solidFill>
                <a:latin typeface="Segoe UI"/>
              </a:rPr>
              <a:t>988: call or text 988</a:t>
            </a:r>
          </a:p>
          <a:p>
            <a:pPr>
              <a:spcAft>
                <a:spcPts val="1000"/>
              </a:spcAft>
            </a:pPr>
            <a:r>
              <a:rPr sz="2800">
                <a:solidFill>
                  <a:srgbClr val="2B2D42"/>
                </a:solidFill>
                <a:latin typeface="Segoe UI"/>
              </a:rPr>
              <a:t>Crisis Text Line: text HOME to 741741</a:t>
            </a:r>
          </a:p>
          <a:p>
            <a:pPr>
              <a:spcAft>
                <a:spcPts val="1000"/>
              </a:spcAft>
            </a:pPr>
            <a:r>
              <a:rPr sz="2800">
                <a:solidFill>
                  <a:srgbClr val="2B2D42"/>
                </a:solidFill>
                <a:latin typeface="Segoe UI"/>
              </a:rPr>
              <a:t>Scams: reportfraud.ftc.gov · Crime: ic3.gov [VERIFY]</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Evaluation card</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Anonymous: no names, no student ID numbers</a:t>
            </a:r>
          </a:p>
          <a:p>
            <a:pPr>
              <a:spcAft>
                <a:spcPts val="1000"/>
              </a:spcAft>
            </a:pPr>
            <a:r>
              <a:rPr sz="2800">
                <a:solidFill>
                  <a:srgbClr val="2B2D42"/>
                </a:solidFill>
                <a:latin typeface="Segoe UI"/>
              </a:rPr>
              <a:t>Two circle questions, one fill-in</a:t>
            </a:r>
          </a:p>
          <a:p>
            <a:pPr>
              <a:spcAft>
                <a:spcPts val="1000"/>
              </a:spcAft>
            </a:pPr>
            <a:r>
              <a:rPr sz="2800">
                <a:solidFill>
                  <a:srgbClr val="2B2D42"/>
                </a:solidFill>
                <a:latin typeface="Segoe UI"/>
              </a:rPr>
              <a:t>Leave it on the table or hand it in on the way out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4 ·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Safety for College Students: Session 4, Is It Real? Synthetic Media, Voice Clones and Generative AI at School</dc:title>
  <dc:subject>(c) 2026 Competence Collective. CC BY-NC 4.0 for lesson text; Hackles name, logos and artwork excluded.</dc:subject>
  <dc:creator>Competence Collective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