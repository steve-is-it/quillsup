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people and let them settle. Slide text is large and high contrast so it works from the back of the room. Every slide has the script in these notes. (c) 2026 Competence Collective. Lesson text and teaching materials CC BY-NC 4.0. The Hackles name, logos, characters and artwork are not covered by that license: print and share them unaltered for classroom and family use; any other use needs written permission. [VERIFY with counsel]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objectives aloud. Say that the session is practical and that participation is always optional.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**Hackles up? Pause. Check. Tell.** In this module the idea has the same four steps for adults. Hackles up is the noticing step: a prickle that something is too good, too urgent, too secret or just a little off. Pause means nothing has to happen in the next five minutes. Check means confirming through a door you opened yourself, such as a known phone number or the official app. Tell means bringing in a person; a false alarm costs little, and if you were fooled anyway it is never your fault.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give a content note before we begin. This session is about the misuse of private or intimate images, and about people being blackmailed. It does not include any images or graphic detail. You can step out at any time and return when you wish, and [COUNSELOR OR ADVOCATE] is available in [LOCATION] during and after this session. No one will be asked to share a personal experience.</a:t>
            </a:r>
          </a:p>
          <a:p/>
          <a:p>
            <a:r>
              <a:t>A word about privacy. If you decide to tell me something personal during or after class, I will want to tell you first what I can and cannot keep private. [As a staff member I may have to pass certain information to the Title IX office. COUNSEL TO CONFIRM.] If you would prefer a confidential resource, [COUNSELING CENTER] is that, and I will walk you there. You will not be in trouble for anything that was done to you.</a:t>
            </a:r>
          </a:p>
          <a:p/>
          <a:p>
            <a:r>
              <a:t>The main message is one I want you to hear first. If someone has used an image, a recording or a threat against you, you are the person who was wronged. It does not matter whether you sent the image willingly, whether you trusted them, or what the picture shows. Shame is how this works for the person who is doing it. A well-informed response breaks that.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Sextortion means a threat to share intimate images or information unless you pay or do something else. It can target adults of any gender. A common version starts on a social or dating app with a new, attractive profile that moves the conversation to a private app very quickly, trades photos, and then the "friend" says that they have your photos and will send them to your contacts unless you pay. Sometimes the account was made from stolen pictures, and sometimes the images were fabricated or edited, and the threat works even then. Romance scams follow a related path: someone you have never met in person builds closeness, then invents a crisis, such as a flight, a medical bill or a customs fee, and asks for money, and refuses to appear on live video.</a:t>
            </a:r>
          </a:p>
          <a:p/>
          <a:p>
            <a:r>
              <a:t>Image-based abuse covers a wider set of harms. An ex-partner shares private images. A group chat passes around a picture that was meant for one person. Someone makes a fake intimate image from an ordinary photo. Many states have laws against sharing intimate images without consent, and some cover fakes [VERIFY for your state]. There is also a federal law about removal of non-consensual intimate images by covered platforms [VERIFY: the TAKE IT DOWN Act, scope and dates]. Campus policy may also apply, and Title IX or conduct processes may be available [COUNSEL TO CONFIRM how your college handles this]. You decide whether to use them.</a:t>
            </a:r>
          </a:p>
          <a:p/>
          <a:p>
            <a:r>
              <a:t>Now the response. **Stop. Save. Tell. Report.** Stop: do not reply and do not pay. Cooperating or paying rarely stops the blackmail, according to the National Center for Missing and Exploited Children [VERIFIED in kit: missingkids.org]. Do not delete the account or the conversation yet. Block only after you have saved what you need. Save: usernames, profile links, dates, the threat messages and the payment demand as text or screenshots of the conversation. If any image shows someone who was under 18 when the image was made, do not copy, forward or screenshot it, not even as proof. Tell: a person you trust. Report: the platform's reporting tool; IC3 at ic3.gov for blackmail and internet crime [VERIFY]; and, where relevant, campus police or your Title IX office.</a:t>
            </a:r>
          </a:p>
          <a:p/>
          <a:p>
            <a:r>
              <a:t>Removal services. StopNCII.org is for adults: you must be the person in the image, 18 or older now and at the time the image was made. The image stays on your device; a digital fingerprint is shared with participating platforms to block it [VERIFIED in kit]. It works only on participating platforms. Whether it handles AI-generated images is unclear [VERIFY]. If the image was made when you were under 18, even if you are an adult now, use Take It Down at takeitdown.ncmec.org instead, which works the same way [VERIFIED in kit]. If any image of a person under 18 is involved, NCMEC's CyberTipline takes reports at report.cybertip.org or 1-800-843-5678 [VERIFIED in kit].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friend tells you, you are being given trust. Your first words matter. "Thank you for telling me. This is not your fault. What do you need right now?" Avoid "How could you send that?" and "Why did you trust them?" Avoid taking over: do not message the person who is threatening your friend, and do not ask to see the pictures. Offer to sit with them while they report, to go with them to [COUNSELING CENTER], to help them save the evidence, to help with StopNCII or Take It Down, or just to stay close.</a:t>
            </a:r>
          </a:p>
          <a:p/>
          <a:p>
            <a:r>
              <a:t>Threats like this can make a person feel desperate and alone. If a friend says they cannot take it anymore, or talks about hurting themselves, stay with them, ask directly whether they are thinking about suicide, and connect them with help right away: call or text 988, or text HOME to 741741 for Crisis Text Line, or take them to [COUNSELING CENTER OR CRISIS WALK-IN]. If they are in immediate danger, call 911 or [CAMPUS POLICE].</a:t>
            </a:r>
          </a:p>
          <a:p/>
          <a:p>
            <a:r>
              <a:t>On campus. [COUNSELING CENTER] offers support and, in most cases, confidentiality [COUNSEL TO CONFIRM]. [VICTIM ADVOCATE, if any] helps with options without requiring a report. [TITLE IX OFFICE] can explain supportive measures and the process, and can tell you what they must do after you tell them [COUNSEL TO CONFIRM]. [CAMPUS POLICE] can take a report and explain criminal options. You can contact any of them just to ask questions. A useful sentence: "I want to understand my options, and I want to know what you would be required to share."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Pairs or trios. Each pair receives two printed cards, each with a short text message from a fictional friend or a fictional situation described in the third person. The students write a reply. They do not act out the person in the message, and no student plays a person who threatens or shares images. Handout: the Say This, Not That list (Facilitator Guide, Appendix B). Facilitator or counselor circulates.</a:t>
            </a:r>
          </a:p>
          <a:p/>
          <a:p>
            <a:r>
              <a:t>Steps: Read the card silently or aloud. (1 min) Write a first reply of two or three sentences. Use at least one of: believe, not your fault, ask what they need, offer a next step. (4 min per card) Swap with another pair. Read their reply and underline anything that is shaming, bossy or vague; circle the helpful parts. (2 min) Whole-group debrief (Discussion).</a:t>
            </a:r>
          </a:p>
          <a:p/>
          <a:p>
            <a:r>
              <a:t>Timer: 15 minutes. Keep moving. Do not ask anyone to say whether they or someone they know has been affected. Hand out the Say This, Not That list from the Facilitator Guide. Say "Thank you for telling me" and "This is not your fault" and "What do you need right now?" Avoid "Why did you send it?" and "You should have known" and "Let me see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Role-play practice: Practice the first sentence: Pairs. Each partner reads aloud, from a card, the sentence a person might say to start the conversation with a campus office: "I would like to understand my options, and I would like to know what you would be required to share." The other reads the staff reply printed on the card: "Thank you for coming in. I will tell you what I can keep private and what I cannot, and then you can decide." This is practice with the wording of a question anyone is entitled to ask. Neither partner plays a person who was harmed or a person who caused harm.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about 8 minutes. Take two or three answers per question, and let people pass. What made the replies you underlined feel unhelpful? What would you want to hear if it were you? Why do you think shame is so central in these situations? How can a group of friends or a residence hall reduce it? What stops people from reporting? What would make reporting feel safer on this campus? Which tool or contact on the Campus Safety Card will you save in your phone today? Close with a breath or a stretch. Offer the counselor's location again.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aloud and pause. Hand out the Campus Safety Card and the evaluation card.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each resource and say what it does. Say that you will gladly walk anyone to the office. Remind students that some resources are confidential and some have reporting duties, and that they can ask 'What would you have to share?' first [COUNSEL TO CONFIRM]. Disclosure notes for this session: This is the session where a disclosure is most likely. Have a counselor or advocate present or on call. If a student begins, use the heads-up from the master protocol before the details. Do not ask to see messages or images. If the student was under 18 when an image was made, or if a minor is involved, reporting duties may apply to you [COUNSEL TO CONFIRM; VERIFY state law]. Say so plainly and offer the student a choice of who goes with them. If the student has thoughts of suicide, stay with them and bring in crisis support right away: 988, Crisis Text Line (text HOME to 741741), [COUNSELING CENTER] or 911 and [CAMPUS POLICE]. Do not promise that an image will be removed, that the person will be prosecuted, or that a report will lead to a particular outcome.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cards are anonymous. Do not collect names, student ID numbers or email addresses. Tally counts only (for example, how many students circled each number). Aggregate results can go to your supervisor; individual cards are recycled after tallying [LOCAL: confirm records policy].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Session 5: When Pictures Are Used Against You: Image-Based Abuse and Sextortion</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Digital Safety for College Students</a:t>
            </a:r>
          </a:p>
          <a:p>
            <a:pPr>
              <a:spcAft>
                <a:spcPts val="1000"/>
              </a:spcAft>
            </a:pPr>
            <a:r>
              <a:rPr sz="2800">
                <a:solidFill>
                  <a:srgbClr val="2B2D42"/>
                </a:solidFill>
                <a:latin typeface="Segoe UI"/>
              </a:rPr>
              <a:t>Hackles · a free kit · quillsup.org</a:t>
            </a:r>
          </a:p>
          <a:p>
            <a:pPr>
              <a:spcAft>
                <a:spcPts val="1000"/>
              </a:spcAft>
            </a:pPr>
            <a:r>
              <a:rPr sz="2800">
                <a:solidFill>
                  <a:srgbClr val="2B2D42"/>
                </a:solidFill>
                <a:latin typeface="Segoe UI"/>
              </a:rPr>
              <a:t>Hackles up? Pause. Check. Tell.</a:t>
            </a:r>
          </a:p>
          <a:p>
            <a:pPr>
              <a:spcAft>
                <a:spcPts val="1000"/>
              </a:spcAft>
            </a:pPr>
            <a:r>
              <a:rPr sz="2800">
                <a:solidFill>
                  <a:srgbClr val="2B2D42"/>
                </a:solidFill>
                <a:latin typeface="Segoe UI"/>
              </a:rPr>
              <a:t>Facilitator: [NAME] · [COLLEGE NAME]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5 · 1 of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What you will be able to do</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200">
                <a:solidFill>
                  <a:srgbClr val="2B2D42"/>
                </a:solidFill>
                <a:latin typeface="Segoe UI"/>
              </a:rPr>
              <a:t>Describe how sextortion and image-based abuse start, using the language of the pattern and without shame.</a:t>
            </a:r>
          </a:p>
          <a:p>
            <a:pPr>
              <a:spcAft>
                <a:spcPts val="1000"/>
              </a:spcAft>
            </a:pPr>
            <a:r>
              <a:rPr sz="2200">
                <a:solidFill>
                  <a:srgbClr val="2B2D42"/>
                </a:solidFill>
                <a:latin typeface="Segoe UI"/>
              </a:rPr>
              <a:t>State the first-hour steps: stop, save, tell, report, and do not pay.</a:t>
            </a:r>
          </a:p>
          <a:p>
            <a:pPr>
              <a:spcAft>
                <a:spcPts val="1000"/>
              </a:spcAft>
            </a:pPr>
            <a:r>
              <a:rPr sz="2200">
                <a:solidFill>
                  <a:srgbClr val="2B2D42"/>
                </a:solidFill>
                <a:latin typeface="Segoe UI"/>
              </a:rPr>
              <a:t>Choose the right removal service: StopNCII for adults, Take It Down for images made when under 18, CyberTipline for any image of a minor.</a:t>
            </a:r>
          </a:p>
          <a:p>
            <a:pPr>
              <a:spcAft>
                <a:spcPts val="1000"/>
              </a:spcAft>
            </a:pPr>
            <a:r>
              <a:rPr sz="2200">
                <a:solidFill>
                  <a:srgbClr val="2B2D42"/>
                </a:solidFill>
                <a:latin typeface="Segoe UI"/>
              </a:rPr>
              <a:t>Know campus options: counseling, Title IX office, campus police, advocates, and what each can and cannot keep private.</a:t>
            </a:r>
          </a:p>
          <a:p>
            <a:pPr>
              <a:spcAft>
                <a:spcPts val="1000"/>
              </a:spcAft>
            </a:pPr>
            <a:r>
              <a:rPr sz="2200">
                <a:solidFill>
                  <a:srgbClr val="2B2D42"/>
                </a:solidFill>
                <a:latin typeface="Segoe UI"/>
              </a:rPr>
              <a:t>Write a first reply to a friend who tells you this has happened to them.</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5 · 2 of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Hackles up? Pause. Check. Tell.</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Hackles up: notice what feels off, and say it in words</a:t>
            </a:r>
          </a:p>
          <a:p>
            <a:pPr>
              <a:spcAft>
                <a:spcPts val="1000"/>
              </a:spcAft>
            </a:pPr>
            <a:r>
              <a:rPr sz="2800">
                <a:solidFill>
                  <a:srgbClr val="2B2D42"/>
                </a:solidFill>
                <a:latin typeface="Segoe UI"/>
              </a:rPr>
              <a:t>Pause: nothing has to happen in five minutes</a:t>
            </a:r>
          </a:p>
          <a:p>
            <a:pPr>
              <a:spcAft>
                <a:spcPts val="1000"/>
              </a:spcAft>
            </a:pPr>
            <a:r>
              <a:rPr sz="2800">
                <a:solidFill>
                  <a:srgbClr val="2B2D42"/>
                </a:solidFill>
                <a:latin typeface="Segoe UI"/>
              </a:rPr>
              <a:t>Check: through a door you opened yourself</a:t>
            </a:r>
          </a:p>
          <a:p>
            <a:pPr>
              <a:spcAft>
                <a:spcPts val="1000"/>
              </a:spcAft>
            </a:pPr>
            <a:r>
              <a:rPr sz="2800">
                <a:solidFill>
                  <a:srgbClr val="2B2D42"/>
                </a:solidFill>
                <a:latin typeface="Segoe UI"/>
              </a:rPr>
              <a:t>Tell: a person, then a report. A false alarm is fine.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5 · 3 of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Open: a content note and the ground rules</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Content note: this session covers image-based abuse and threats</a:t>
            </a:r>
          </a:p>
          <a:p>
            <a:pPr>
              <a:spcAft>
                <a:spcPts val="1000"/>
              </a:spcAft>
            </a:pPr>
            <a:r>
              <a:rPr sz="2800">
                <a:solidFill>
                  <a:srgbClr val="2B2D42"/>
                </a:solidFill>
                <a:latin typeface="Segoe UI"/>
              </a:rPr>
              <a:t>You can step out and return at any time</a:t>
            </a:r>
          </a:p>
          <a:p>
            <a:pPr>
              <a:spcAft>
                <a:spcPts val="1000"/>
              </a:spcAft>
            </a:pPr>
            <a:r>
              <a:rPr sz="2800">
                <a:solidFill>
                  <a:srgbClr val="2B2D42"/>
                </a:solidFill>
                <a:latin typeface="Segoe UI"/>
              </a:rPr>
              <a:t>Nobody will be asked to share a personal experience</a:t>
            </a:r>
          </a:p>
          <a:p>
            <a:pPr>
              <a:spcAft>
                <a:spcPts val="1000"/>
              </a:spcAft>
            </a:pPr>
            <a:r>
              <a:rPr sz="2800">
                <a:solidFill>
                  <a:srgbClr val="2B2D42"/>
                </a:solidFill>
                <a:latin typeface="Segoe UI"/>
              </a:rPr>
              <a:t>Counselor or advocate on hand: [NAME, LOCATION]</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5 · 4 of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Sextortion, romance scams and image-based abuse</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Sextortion: a threat to share images unless you pay or send more</a:t>
            </a:r>
          </a:p>
          <a:p>
            <a:pPr>
              <a:spcAft>
                <a:spcPts val="1000"/>
              </a:spcAft>
            </a:pPr>
            <a:r>
              <a:rPr sz="2800">
                <a:solidFill>
                  <a:srgbClr val="2B2D42"/>
                </a:solidFill>
                <a:latin typeface="Segoe UI"/>
              </a:rPr>
              <a:t>It can start with a fake profile, a hacked account or a person you know</a:t>
            </a:r>
          </a:p>
          <a:p>
            <a:pPr>
              <a:spcAft>
                <a:spcPts val="1000"/>
              </a:spcAft>
            </a:pPr>
            <a:r>
              <a:rPr sz="2800">
                <a:solidFill>
                  <a:srgbClr val="2B2D42"/>
                </a:solidFill>
                <a:latin typeface="Segoe UI"/>
              </a:rPr>
              <a:t>Image-based abuse: private images shared without consent, including fakes</a:t>
            </a:r>
          </a:p>
          <a:p>
            <a:pPr>
              <a:spcAft>
                <a:spcPts val="1000"/>
              </a:spcAft>
            </a:pPr>
            <a:r>
              <a:rPr sz="2800">
                <a:solidFill>
                  <a:srgbClr val="2B2D42"/>
                </a:solidFill>
                <a:latin typeface="Segoe UI"/>
              </a:rPr>
              <a:t>Paying rarely stops it; stop, save, tell, report</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5 · 5 of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Supporting a friend, and where to go on campus</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First words: "Thank you for telling me. This is not your fault."</a:t>
            </a:r>
          </a:p>
          <a:p>
            <a:pPr>
              <a:spcAft>
                <a:spcPts val="1000"/>
              </a:spcAft>
            </a:pPr>
            <a:r>
              <a:rPr sz="2800">
                <a:solidFill>
                  <a:srgbClr val="2B2D42"/>
                </a:solidFill>
                <a:latin typeface="Segoe UI"/>
              </a:rPr>
              <a:t>Ask: are you safe? What would help most today?</a:t>
            </a:r>
          </a:p>
          <a:p>
            <a:pPr>
              <a:spcAft>
                <a:spcPts val="1000"/>
              </a:spcAft>
            </a:pPr>
            <a:r>
              <a:rPr sz="2800">
                <a:solidFill>
                  <a:srgbClr val="2B2D42"/>
                </a:solidFill>
                <a:latin typeface="Segoe UI"/>
              </a:rPr>
              <a:t>Offer options and do not decide for them</a:t>
            </a:r>
          </a:p>
          <a:p>
            <a:pPr>
              <a:spcAft>
                <a:spcPts val="1000"/>
              </a:spcAft>
            </a:pPr>
            <a:r>
              <a:rPr sz="2800">
                <a:solidFill>
                  <a:srgbClr val="2B2D42"/>
                </a:solidFill>
                <a:latin typeface="Segoe UI"/>
              </a:rPr>
              <a:t>If a friend talks about suicide: stay, ask directly, 988 or text HOME to 741741</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5 · 6 of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Activity: Reply-Writing Round</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Read the card silently or aloud.</a:t>
            </a:r>
          </a:p>
          <a:p>
            <a:pPr>
              <a:spcAft>
                <a:spcPts val="1000"/>
              </a:spcAft>
            </a:pPr>
            <a:r>
              <a:rPr sz="2800">
                <a:solidFill>
                  <a:srgbClr val="2B2D42"/>
                </a:solidFill>
                <a:latin typeface="Segoe UI"/>
              </a:rPr>
              <a:t>Write a first reply of two or three sentences</a:t>
            </a:r>
          </a:p>
          <a:p>
            <a:pPr>
              <a:spcAft>
                <a:spcPts val="1000"/>
              </a:spcAft>
            </a:pPr>
            <a:r>
              <a:rPr sz="2800">
                <a:solidFill>
                  <a:srgbClr val="2B2D42"/>
                </a:solidFill>
                <a:latin typeface="Segoe UI"/>
              </a:rPr>
              <a:t>Swap with another pair</a:t>
            </a:r>
          </a:p>
          <a:p>
            <a:pPr>
              <a:spcAft>
                <a:spcPts val="1000"/>
              </a:spcAft>
            </a:pPr>
            <a:r>
              <a:rPr sz="2800">
                <a:solidFill>
                  <a:srgbClr val="2B2D42"/>
                </a:solidFill>
                <a:latin typeface="Segoe UI"/>
              </a:rPr>
              <a:t>Whole-group debrief</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5 · 7 of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Scenario cards and practice</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Cards are on your table (fictional composites)</a:t>
            </a:r>
          </a:p>
          <a:p>
            <a:pPr>
              <a:spcAft>
                <a:spcPts val="1000"/>
              </a:spcAft>
            </a:pPr>
            <a:r>
              <a:rPr sz="2800">
                <a:solidFill>
                  <a:srgbClr val="2B2D42"/>
                </a:solidFill>
                <a:latin typeface="Segoe UI"/>
              </a:rPr>
              <a:t>Nobody plays the sender, the offender or the person harmed</a:t>
            </a:r>
          </a:p>
          <a:p>
            <a:pPr>
              <a:spcAft>
                <a:spcPts val="1000"/>
              </a:spcAft>
            </a:pPr>
            <a:r>
              <a:rPr sz="2800">
                <a:solidFill>
                  <a:srgbClr val="2B2D42"/>
                </a:solidFill>
                <a:latin typeface="Segoe UI"/>
              </a:rPr>
              <a:t>Pass is always allowed</a:t>
            </a:r>
          </a:p>
          <a:p>
            <a:pPr>
              <a:spcAft>
                <a:spcPts val="1000"/>
              </a:spcAft>
            </a:pPr>
            <a:r>
              <a:rPr sz="2800">
                <a:solidFill>
                  <a:srgbClr val="2B2D42"/>
                </a:solidFill>
                <a:latin typeface="Segoe UI"/>
              </a:rPr>
              <a:t>Say what you would check, and who you would tell</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5 · 8 of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Discussion</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What made the replies you underlined feel unhelpful? What would you want to hear if it were you?</a:t>
            </a:r>
          </a:p>
          <a:p>
            <a:pPr>
              <a:spcAft>
                <a:spcPts val="1000"/>
              </a:spcAft>
            </a:pPr>
            <a:r>
              <a:rPr sz="2400">
                <a:solidFill>
                  <a:srgbClr val="2B2D42"/>
                </a:solidFill>
                <a:latin typeface="Segoe UI"/>
              </a:rPr>
              <a:t>Why do you think shame is so central in these situations? How can a group of friends or a residence hall...</a:t>
            </a:r>
          </a:p>
          <a:p>
            <a:pPr>
              <a:spcAft>
                <a:spcPts val="1000"/>
              </a:spcAft>
            </a:pPr>
            <a:r>
              <a:rPr sz="2400">
                <a:solidFill>
                  <a:srgbClr val="2B2D42"/>
                </a:solidFill>
                <a:latin typeface="Segoe UI"/>
              </a:rPr>
              <a:t>What stops people from reporting? What would make reporting feel safer on this campus?</a:t>
            </a:r>
          </a:p>
          <a:p>
            <a:pPr>
              <a:spcAft>
                <a:spcPts val="1000"/>
              </a:spcAft>
            </a:pPr>
            <a:r>
              <a:rPr sz="2400">
                <a:solidFill>
                  <a:srgbClr val="2B2D42"/>
                </a:solidFill>
                <a:latin typeface="Segoe UI"/>
              </a:rPr>
              <a:t>Which tool or contact on the Campus Safety Card will you save in your phone today?</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5 · 9 of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Takeaway</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This is never the victim's fault. Stop, save, tell, report, and do not pay. StopNCII is for adults, Take It Down is for images made under 18, and the CyberTipline is for any image of a minor. Campus counseling, advocates, the Title IX office and campus police are all places to ask questions.</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5 · 10 of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Where to get help</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Immediate danger: 911 or [CAMPUS POLICE]</a:t>
            </a:r>
          </a:p>
          <a:p>
            <a:pPr>
              <a:spcAft>
                <a:spcPts val="1000"/>
              </a:spcAft>
            </a:pPr>
            <a:r>
              <a:rPr sz="2800">
                <a:solidFill>
                  <a:srgbClr val="2B2D42"/>
                </a:solidFill>
                <a:latin typeface="Segoe UI"/>
              </a:rPr>
              <a:t>Counseling: [COUNSELING CENTER, PHONE]</a:t>
            </a:r>
          </a:p>
          <a:p>
            <a:pPr>
              <a:spcAft>
                <a:spcPts val="1000"/>
              </a:spcAft>
            </a:pPr>
            <a:r>
              <a:rPr sz="2800">
                <a:solidFill>
                  <a:srgbClr val="2B2D42"/>
                </a:solidFill>
                <a:latin typeface="Segoe UI"/>
              </a:rPr>
              <a:t>Title IX office: [NAME, PHONE]</a:t>
            </a:r>
          </a:p>
          <a:p>
            <a:pPr>
              <a:spcAft>
                <a:spcPts val="1000"/>
              </a:spcAft>
            </a:pPr>
            <a:r>
              <a:rPr sz="2800">
                <a:solidFill>
                  <a:srgbClr val="2B2D42"/>
                </a:solidFill>
                <a:latin typeface="Segoe UI"/>
              </a:rPr>
              <a:t>988: call or text 988</a:t>
            </a:r>
          </a:p>
          <a:p>
            <a:pPr>
              <a:spcAft>
                <a:spcPts val="1000"/>
              </a:spcAft>
            </a:pPr>
            <a:r>
              <a:rPr sz="2800">
                <a:solidFill>
                  <a:srgbClr val="2B2D42"/>
                </a:solidFill>
                <a:latin typeface="Segoe UI"/>
              </a:rPr>
              <a:t>Crisis Text Line: text HOME to 741741</a:t>
            </a:r>
          </a:p>
          <a:p>
            <a:pPr>
              <a:spcAft>
                <a:spcPts val="1000"/>
              </a:spcAft>
            </a:pPr>
            <a:r>
              <a:rPr sz="2800">
                <a:solidFill>
                  <a:srgbClr val="2B2D42"/>
                </a:solidFill>
                <a:latin typeface="Segoe UI"/>
              </a:rPr>
              <a:t>Scams: reportfraud.ftc.gov · Crime: ic3.gov [VERIFY]</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5 · 11 of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Evaluation card</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Anonymous: no names, no student ID numbers</a:t>
            </a:r>
          </a:p>
          <a:p>
            <a:pPr>
              <a:spcAft>
                <a:spcPts val="1000"/>
              </a:spcAft>
            </a:pPr>
            <a:r>
              <a:rPr sz="2800">
                <a:solidFill>
                  <a:srgbClr val="2B2D42"/>
                </a:solidFill>
                <a:latin typeface="Segoe UI"/>
              </a:rPr>
              <a:t>Two circle questions, one fill-in</a:t>
            </a:r>
          </a:p>
          <a:p>
            <a:pPr>
              <a:spcAft>
                <a:spcPts val="1000"/>
              </a:spcAft>
            </a:pPr>
            <a:r>
              <a:rPr sz="2800">
                <a:solidFill>
                  <a:srgbClr val="2B2D42"/>
                </a:solidFill>
                <a:latin typeface="Segoe UI"/>
              </a:rPr>
              <a:t>Leave it on the table or hand it in on the way out</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5 · 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Safety for College Students: Session 5, When Pictures Are Used Against You: Image-Based Abuse and Sextortion</dc:title>
  <dc:subject>(c) 2026 Competence Collective. CC BY-NC 4.0 for lesson text; Hackles name, logos and artwork excluded.</dc:subject>
  <dc:creator>Competence Collective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en-US</dc:language>
</cp:coreProperties>
</file>