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people and let them settle. Slide text is large and high contrast so it works from the back of the room. Every slide has the script in these notes. (c) 2026 Competence Collective. Lesson text and teaching materials CC BY-NC 4.0. The Hackles name, logos, characters and artwork are not covered by that license: print and share them unaltered for classroom and family use; any other use needs written permission. [VERIFY with counsel]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objectives aloud. Say that the session is practical and that participation is always optional.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**Hackles up? Pause. Check. Tell.** In this module the idea has the same four steps for adults. Hackles up is the noticing step: a prickle that something is too good, too urgent, too secret or just a little off. Pause means nothing has to happen in the next five minutes. Check means confirming through a door you opened yourself, such as a known phone number or the official app. Tell means bringing in a person; a false alarm costs little, and if you were fooled anyway it is never your fault.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time we talked about messages that try to trick you. Today is about making the tricks fail even when you are fooled. Think of it as locks that still work when you are tired, rushed or having a bad day.</a:t>
            </a:r>
          </a:p>
          <a:p/>
          <a:p>
            <a:r>
              <a:t>Here is the central idea. When you click "forgot password" on almost any site, a link goes to your email. So whoever controls your email can reset nearly everything else you own. That makes your email the master key. Your phone number is the second master key, because many sites send codes by text. If we protect those two well, we have protected most of the rest.</a:t>
            </a:r>
          </a:p>
          <a:p/>
          <a:p>
            <a:r>
              <a:t>Hackles up? In this session the prickle sounds like: a code you did not ask for, a login alert from a city you have never visited, a call from "your bank" that wants you to read a number aloud. Pause. Check by opening the official app or typing the address yourself. Tell someone, and tell [IT HELP DESK] when it involves a college account.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Passwords first. The worst habit is reusing one. When any site is breached, attackers try the leaked email and password on other sites automatically. A password manager fixes this by creating a different strong password for each site and remembering all of them. You need to remember one thing, the passphrase that unlocks the manager. Make it long: four or five unrelated words you can picture, for example, a sentence that only makes sense to you. Length matters more than symbols. Many phones and browsers have a built-in manager that works well [VERIFY features for your devices], and [COLLEGE NAME] may offer one [LOCAL].</a:t>
            </a:r>
          </a:p>
          <a:p/>
          <a:p>
            <a:r>
              <a:t>Second step. 2-step verification means that after your password, you prove it is you in a second way. Rank them like this. Passkeys and physical security keys are the strongest, and they are built so a fake site cannot capture them. Next, an authenticator app or an approval prompt in the official app. Next, a text message code. Better than nothing, but text can be intercepted by a tactic we will get to in a moment. Last is nothing at all. Any of these beats nothing, so please do not wait for the perfect choice.</a:t>
            </a:r>
          </a:p>
          <a:p/>
          <a:p>
            <a:r>
              <a:t>A passkey replaces your password with something your device unlocks, such as your fingerprint, face or screen PIN. The site never receives a secret that can be typed into a fake page. The practical point is simple: where a site offers a passkey, try it, and keep a second device or recovery option available. Passkey details differ by device and service [VERIFY].</a:t>
            </a:r>
          </a:p>
          <a:p/>
          <a:p>
            <a:r>
              <a:t>One rule has no exceptions. A code that arrives by text or app is for you alone. If anyone, even someone claiming to be your bank, the college or a friend asking "quickly," asks you to read it to them, the answer is no. The real bank does not need the code it sent you. A friend whose account was taken over might also ask. Call them on a number you already had.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 is what saves you when the phone falls in a lake. When you set up 2-step, the service offers backup codes. Store them in your password manager or print them and keep them somewhere safe at home. Keep a recovery email you actually check, and keep your phone number current in your accounts. Do this before you need it. People who plan recovery treat a lost phone as a bad afternoon.</a:t>
            </a:r>
          </a:p>
          <a:p/>
          <a:p>
            <a:r>
              <a:t>A SIM swap is when someone talks your phone carrier into moving your phone number to a device they control. Then your texts, including login codes, go to them. You can lower the risk in two ways. Ask your carrier about an account PIN or a number lock that blocks changes without it [VERIFY: options vary by carrier]. And for your most important accounts, use an authenticator app or passkey, not text codes, wherever the service offers that. If your phone suddenly says no service when you did not expect it, and you get password reset emails, use another device to call the carrier, then secure your email.</a:t>
            </a:r>
          </a:p>
          <a:p/>
          <a:p>
            <a:r>
              <a:t>Campus Wi-Fi. Use the network [COLLEGE NAME] names as official, [OFFICIAL NETWORK NAME]. In a café or library, ask staff for the exact network name rather than choosing a similar one. If a network asks you to install a certificate or a program you did not expect, stop and ask [IT HELP DESK]. Keep your devices updated, set a lock screen, and turn on the find-my-device feature your phone already has.</a:t>
            </a:r>
          </a:p>
          <a:p/>
          <a:p>
            <a:r>
              <a:t>Shared computers in labs, libraries and testing centers. Sign out of everything, do not tick "remember me," and close the browser. If you realize you left an account open, go back if you can, or change the password from your own device and sign out of all sessions. Do not plug in a USB drive you found, and do not plug your own drive into a machine you do not trust. Hand a found drive to [IT HELP DESK].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Each student works privately first. The map stays with the student; nobody shows their accounts to the group. Paper version: a worksheet with eight blank rows. Phone version: students may do the real settings if they wish. Then pairs (the Tech Buddy step) explain to each other what they chose. Partners do not look at each other's screens.</a:t>
            </a:r>
          </a:p>
          <a:p/>
          <a:p>
            <a:r>
              <a:t>Steps: List up to eight accounts you care about: email, phone carrier, student portal, bank, social media, shopping, cloud storage, gaming. (3 min) Star the master keys: email and carrier. Mark which ones already have 2-step. (2 min) Pick one upgrade and do it now: turn on 2-step on your email, or add a recovery option, or start a password manager. Facilitator and a volunteer help individually. (6 min) Tech Buddy teach-back: tell your partner what you did and why, in your own words. (2 min) Write down two more upgrades for this week and put them in your phone calendar. (2 min)</a:t>
            </a:r>
          </a:p>
          <a:p/>
          <a:p>
            <a:r>
              <a:t>Timer: 15 minutes. Keep the focus on actions the student can finish. The goal of the 15 minutes is one real upgrade per student, not coverage of every card.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Role-play practice: The Carrier Call: Pairs. Partner A practices the call to the phone carrier or store: "I would like to add a PIN or number lock to my account so no one can move my number without it." Partner B plays the carrier agent who answers helpfully with a fictional script: "Sure. I can add an account PIN. You will need to verify yourself first." Switch. No one plays an attacker. If a student has an account and wants to do this for real, they can use the call afterward on their own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 about 8 minutes. Take two or three answers per question, and let people pass. Which upgrade felt easiest, and which one did you avoid? What would make the avoided one easier? What do you do when your phone is your only second step, and it breaks or is stolen? Who in your life would help you recover? Where do you see people sharing a code or a password casually, such as roommates, partners or friends? What is a respectful way to say "I would rather not share that"? What worries you about changing settings? (A student may say they are afraid of locking themselves out. Answer by pointing back to backup codes.)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aloud and pause. Hand out the Campus Safety Card and the evaluation card.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each resource and say what it does. Say that you will gladly walk anyone to the office. Remind students that some resources are confidential and some have reporting duties, and that they can ask 'What would you have to share?' first [COUNSEL TO CONFIRM]. Disclosure notes for this session: A student may say an ex-partner, roommate or relative has access to their accounts or device. Do not ask them to hand you the device or share passwords. Listen, believe, and connect them to [IT HELP DESK] and a confidential advocate or counselor. If a student suspects someone is monitoring their phone, advise them that changing settings on a monitored device can alert the person. They may want to plan with an advocate first (see Session 6) and use a safer device for the plan. [VERIFY with a domestic-violence advocacy organization.] An account takeover that exposes intimate images or leads to threats moves to the Session 5 protocol.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cards are anonymous. Do not collect names, student ID numbers or email addresses. Tally counts only (for example, how many students circled each number). Aggregate results can go to your supervisor; individual cards are recycled after tallying [LOCAL: confirm records policy].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Session 2: Locks You Will Actually Use: Accounts, Passkeys and Devices</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Digital Safety for College Students</a:t>
            </a:r>
          </a:p>
          <a:p>
            <a:pPr>
              <a:spcAft>
                <a:spcPts val="1000"/>
              </a:spcAft>
            </a:pPr>
            <a:r>
              <a:rPr sz="2800">
                <a:solidFill>
                  <a:srgbClr val="2B2D42"/>
                </a:solidFill>
                <a:latin typeface="Segoe UI"/>
              </a:rPr>
              <a:t>A free kit by Competence Collective</a:t>
            </a:r>
          </a:p>
          <a:p>
            <a:pPr>
              <a:spcAft>
                <a:spcPts val="1000"/>
              </a:spcAft>
            </a:pPr>
            <a:r>
              <a:rPr sz="2800">
                <a:solidFill>
                  <a:srgbClr val="2B2D42"/>
                </a:solidFill>
                <a:latin typeface="Segoe UI"/>
              </a:rPr>
              <a:t>Hackles up? Pause. Check. Tell.</a:t>
            </a:r>
          </a:p>
          <a:p>
            <a:pPr>
              <a:spcAft>
                <a:spcPts val="1000"/>
              </a:spcAft>
            </a:pPr>
            <a:r>
              <a:rPr sz="2800">
                <a:solidFill>
                  <a:srgbClr val="2B2D42"/>
                </a:solidFill>
                <a:latin typeface="Segoe UI"/>
              </a:rPr>
              <a:t>Facilitator: [NAME] · [COLLEGE NAME]</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2 · 1 of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What you will be able to do</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400">
                <a:solidFill>
                  <a:srgbClr val="2B2D42"/>
                </a:solidFill>
                <a:latin typeface="Segoe UI"/>
              </a:rPr>
              <a:t>Explain why your email account is the master key to your other accounts.</a:t>
            </a:r>
          </a:p>
          <a:p>
            <a:pPr>
              <a:spcAft>
                <a:spcPts val="1000"/>
              </a:spcAft>
            </a:pPr>
            <a:r>
              <a:rPr sz="2400">
                <a:solidFill>
                  <a:srgbClr val="2B2D42"/>
                </a:solidFill>
                <a:latin typeface="Segoe UI"/>
              </a:rPr>
              <a:t>Turn on 2-step verification or a passkey for at least one important account during the session.</a:t>
            </a:r>
          </a:p>
          <a:p>
            <a:pPr>
              <a:spcAft>
                <a:spcPts val="1000"/>
              </a:spcAft>
            </a:pPr>
            <a:r>
              <a:rPr sz="2400">
                <a:solidFill>
                  <a:srgbClr val="2B2D42"/>
                </a:solidFill>
                <a:latin typeface="Segoe UI"/>
              </a:rPr>
              <a:t>Describe what a password manager does and how to choose a strong unlock passphrase.</a:t>
            </a:r>
          </a:p>
          <a:p>
            <a:pPr>
              <a:spcAft>
                <a:spcPts val="1000"/>
              </a:spcAft>
            </a:pPr>
            <a:r>
              <a:rPr sz="2400">
                <a:solidFill>
                  <a:srgbClr val="2B2D42"/>
                </a:solidFill>
                <a:latin typeface="Segoe UI"/>
              </a:rPr>
              <a:t>Set up recovery options so a lost phone is an inconvenience and not a disaster.</a:t>
            </a:r>
          </a:p>
          <a:p>
            <a:pPr>
              <a:spcAft>
                <a:spcPts val="1000"/>
              </a:spcAft>
            </a:pPr>
            <a:r>
              <a:rPr sz="2400">
                <a:solidFill>
                  <a:srgbClr val="2B2D42"/>
                </a:solidFill>
                <a:latin typeface="Segoe UI"/>
              </a:rPr>
              <a:t>Describe a SIM swap in plain terms and name two protective steps.</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2 · 2 of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Hackles up? Pause. Check. Tell.</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Hackles up: notice what feels off, and say it in words</a:t>
            </a:r>
          </a:p>
          <a:p>
            <a:pPr>
              <a:spcAft>
                <a:spcPts val="1000"/>
              </a:spcAft>
            </a:pPr>
            <a:r>
              <a:rPr sz="2800">
                <a:solidFill>
                  <a:srgbClr val="2B2D42"/>
                </a:solidFill>
                <a:latin typeface="Segoe UI"/>
              </a:rPr>
              <a:t>Pause: nothing has to happen in five minutes</a:t>
            </a:r>
          </a:p>
          <a:p>
            <a:pPr>
              <a:spcAft>
                <a:spcPts val="1000"/>
              </a:spcAft>
            </a:pPr>
            <a:r>
              <a:rPr sz="2800">
                <a:solidFill>
                  <a:srgbClr val="2B2D42"/>
                </a:solidFill>
                <a:latin typeface="Segoe UI"/>
              </a:rPr>
              <a:t>Check: through a door you opened yourself</a:t>
            </a:r>
          </a:p>
          <a:p>
            <a:pPr>
              <a:spcAft>
                <a:spcPts val="1000"/>
              </a:spcAft>
            </a:pPr>
            <a:r>
              <a:rPr sz="2800">
                <a:solidFill>
                  <a:srgbClr val="2B2D42"/>
                </a:solidFill>
                <a:latin typeface="Segoe UI"/>
              </a:rPr>
              <a:t>Tell: a person, then a report. A false alarm is fine.</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2 · 3 of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Open: the key to the other keys</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Most account takeovers start with one reused or stolen password</a:t>
            </a:r>
          </a:p>
          <a:p>
            <a:pPr>
              <a:spcAft>
                <a:spcPts val="1000"/>
              </a:spcAft>
            </a:pPr>
            <a:r>
              <a:rPr sz="2800">
                <a:solidFill>
                  <a:srgbClr val="2B2D42"/>
                </a:solidFill>
                <a:latin typeface="Segoe UI"/>
              </a:rPr>
              <a:t>Your email is the master key: password resets go there</a:t>
            </a:r>
          </a:p>
          <a:p>
            <a:pPr>
              <a:spcAft>
                <a:spcPts val="1000"/>
              </a:spcAft>
            </a:pPr>
            <a:r>
              <a:rPr sz="2800">
                <a:solidFill>
                  <a:srgbClr val="2B2D42"/>
                </a:solidFill>
                <a:latin typeface="Segoe UI"/>
              </a:rPr>
              <a:t>Today you will leave with at least one stronger lock</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2 · 4 of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Passwords, managers, 2-step and passkeys</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One unique password per account, kept in a password manager</a:t>
            </a:r>
          </a:p>
          <a:p>
            <a:pPr>
              <a:spcAft>
                <a:spcPts val="1000"/>
              </a:spcAft>
            </a:pPr>
            <a:r>
              <a:rPr sz="2800">
                <a:solidFill>
                  <a:srgbClr val="2B2D42"/>
                </a:solidFill>
                <a:latin typeface="Segoe UI"/>
              </a:rPr>
              <a:t>Unlock the manager with a long passphrase you can remember</a:t>
            </a:r>
          </a:p>
          <a:p>
            <a:pPr>
              <a:spcAft>
                <a:spcPts val="1000"/>
              </a:spcAft>
            </a:pPr>
            <a:r>
              <a:rPr sz="2800">
                <a:solidFill>
                  <a:srgbClr val="2B2D42"/>
                </a:solidFill>
                <a:latin typeface="Segoe UI"/>
              </a:rPr>
              <a:t>2-step: passkey or security key, then app prompt, then text code, then nothing</a:t>
            </a:r>
          </a:p>
          <a:p>
            <a:pPr>
              <a:spcAft>
                <a:spcPts val="1000"/>
              </a:spcAft>
            </a:pPr>
            <a:r>
              <a:rPr sz="2800">
                <a:solidFill>
                  <a:srgbClr val="2B2D42"/>
                </a:solidFill>
                <a:latin typeface="Segoe UI"/>
              </a:rPr>
              <a:t>Never read a code to anyone who contacts you</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2 · 5 of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Recovery, SIM swaps, Wi-Fi and shared devices</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400">
                <a:solidFill>
                  <a:srgbClr val="2B2D42"/>
                </a:solidFill>
                <a:latin typeface="Segoe UI"/>
              </a:rPr>
              <a:t>Recovery: backup codes, a second email, a current phone number</a:t>
            </a:r>
          </a:p>
          <a:p>
            <a:pPr>
              <a:spcAft>
                <a:spcPts val="1000"/>
              </a:spcAft>
            </a:pPr>
            <a:r>
              <a:rPr sz="2400">
                <a:solidFill>
                  <a:srgbClr val="2B2D42"/>
                </a:solidFill>
                <a:latin typeface="Segoe UI"/>
              </a:rPr>
              <a:t>SIM swap: someone moves your number to their phone; add a carrier PIN or number lock</a:t>
            </a:r>
          </a:p>
          <a:p>
            <a:pPr>
              <a:spcAft>
                <a:spcPts val="1000"/>
              </a:spcAft>
            </a:pPr>
            <a:r>
              <a:rPr sz="2400">
                <a:solidFill>
                  <a:srgbClr val="2B2D42"/>
                </a:solidFill>
                <a:latin typeface="Segoe UI"/>
              </a:rPr>
              <a:t>Campus Wi-Fi: use the official network; ask IT about any unusual prompt</a:t>
            </a:r>
          </a:p>
          <a:p>
            <a:pPr>
              <a:spcAft>
                <a:spcPts val="1000"/>
              </a:spcAft>
            </a:pPr>
            <a:r>
              <a:rPr sz="2400">
                <a:solidFill>
                  <a:srgbClr val="2B2D42"/>
                </a:solidFill>
                <a:latin typeface="Segoe UI"/>
              </a:rPr>
              <a:t>Shared computers: sign out, do not save passwords, close the browser</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2 · 6 of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Activity: Account Triage Map</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400">
                <a:solidFill>
                  <a:srgbClr val="2B2D42"/>
                </a:solidFill>
                <a:latin typeface="Segoe UI"/>
              </a:rPr>
              <a:t>List up to eight accounts you care about: email, phone carrier, student portal, bank, social media,...</a:t>
            </a:r>
          </a:p>
          <a:p>
            <a:pPr>
              <a:spcAft>
                <a:spcPts val="1000"/>
              </a:spcAft>
            </a:pPr>
            <a:r>
              <a:rPr sz="2400">
                <a:solidFill>
                  <a:srgbClr val="2B2D42"/>
                </a:solidFill>
                <a:latin typeface="Segoe UI"/>
              </a:rPr>
              <a:t>Star the master keys: email and carrier</a:t>
            </a:r>
          </a:p>
          <a:p>
            <a:pPr>
              <a:spcAft>
                <a:spcPts val="1000"/>
              </a:spcAft>
            </a:pPr>
            <a:r>
              <a:rPr sz="2400">
                <a:solidFill>
                  <a:srgbClr val="2B2D42"/>
                </a:solidFill>
                <a:latin typeface="Segoe UI"/>
              </a:rPr>
              <a:t>Pick one upgrade and do it now: turn on 2-step on your email, or add a recovery option, or start a...</a:t>
            </a:r>
          </a:p>
          <a:p>
            <a:pPr>
              <a:spcAft>
                <a:spcPts val="1000"/>
              </a:spcAft>
            </a:pPr>
            <a:r>
              <a:rPr sz="2400">
                <a:solidFill>
                  <a:srgbClr val="2B2D42"/>
                </a:solidFill>
                <a:latin typeface="Segoe UI"/>
              </a:rPr>
              <a:t>Tech Buddy teach-back: tell your partner what you did and why, in your own words.</a:t>
            </a:r>
          </a:p>
          <a:p>
            <a:pPr>
              <a:spcAft>
                <a:spcPts val="1000"/>
              </a:spcAft>
            </a:pPr>
            <a:r>
              <a:rPr sz="2400">
                <a:solidFill>
                  <a:srgbClr val="2B2D42"/>
                </a:solidFill>
                <a:latin typeface="Segoe UI"/>
              </a:rPr>
              <a:t>Write down two more upgrades for this week and put them in your phone calendar.</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2 · 7 of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Scenario cards and practice</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Cards are on your table (fictional composites)</a:t>
            </a:r>
          </a:p>
          <a:p>
            <a:pPr>
              <a:spcAft>
                <a:spcPts val="1000"/>
              </a:spcAft>
            </a:pPr>
            <a:r>
              <a:rPr sz="2800">
                <a:solidFill>
                  <a:srgbClr val="2B2D42"/>
                </a:solidFill>
                <a:latin typeface="Segoe UI"/>
              </a:rPr>
              <a:t>Nobody plays the sender, the offender or the person harmed</a:t>
            </a:r>
          </a:p>
          <a:p>
            <a:pPr>
              <a:spcAft>
                <a:spcPts val="1000"/>
              </a:spcAft>
            </a:pPr>
            <a:r>
              <a:rPr sz="2800">
                <a:solidFill>
                  <a:srgbClr val="2B2D42"/>
                </a:solidFill>
                <a:latin typeface="Segoe UI"/>
              </a:rPr>
              <a:t>Pass is always allowed</a:t>
            </a:r>
          </a:p>
          <a:p>
            <a:pPr>
              <a:spcAft>
                <a:spcPts val="1000"/>
              </a:spcAft>
            </a:pPr>
            <a:r>
              <a:rPr sz="2800">
                <a:solidFill>
                  <a:srgbClr val="2B2D42"/>
                </a:solidFill>
                <a:latin typeface="Segoe UI"/>
              </a:rPr>
              <a:t>Say what you would check, and who you would tell</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2 · 8 of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Discussion</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400">
                <a:solidFill>
                  <a:srgbClr val="2B2D42"/>
                </a:solidFill>
                <a:latin typeface="Segoe UI"/>
              </a:rPr>
              <a:t>Which upgrade felt easiest, and which one did you avoid? What would make the avoided one easier?</a:t>
            </a:r>
          </a:p>
          <a:p>
            <a:pPr>
              <a:spcAft>
                <a:spcPts val="1000"/>
              </a:spcAft>
            </a:pPr>
            <a:r>
              <a:rPr sz="2400">
                <a:solidFill>
                  <a:srgbClr val="2B2D42"/>
                </a:solidFill>
                <a:latin typeface="Segoe UI"/>
              </a:rPr>
              <a:t>What do you do when your phone is your only second step, and it breaks or is stolen? Who in your life...</a:t>
            </a:r>
          </a:p>
          <a:p>
            <a:pPr>
              <a:spcAft>
                <a:spcPts val="1000"/>
              </a:spcAft>
            </a:pPr>
            <a:r>
              <a:rPr sz="2400">
                <a:solidFill>
                  <a:srgbClr val="2B2D42"/>
                </a:solidFill>
                <a:latin typeface="Segoe UI"/>
              </a:rPr>
              <a:t>Where do you see people sharing a code or a password casually, such as roommates, partners or friends?...</a:t>
            </a:r>
          </a:p>
          <a:p>
            <a:pPr>
              <a:spcAft>
                <a:spcPts val="1000"/>
              </a:spcAft>
            </a:pPr>
            <a:r>
              <a:rPr sz="2400">
                <a:solidFill>
                  <a:srgbClr val="2B2D42"/>
                </a:solidFill>
                <a:latin typeface="Segoe UI"/>
              </a:rPr>
              <a:t>What worries you about changing settings?</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2 · 9 of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Takeaway</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Protect your email and your phone number first. Use a unique password for each account through a manager, turn on 2-step or a passkey, keep recovery options ready, and never read a code to anyone who contacted you.</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2 · 10 of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Where to get help</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Immediate danger: 911 or [CAMPUS POLICE]</a:t>
            </a:r>
          </a:p>
          <a:p>
            <a:pPr>
              <a:spcAft>
                <a:spcPts val="1000"/>
              </a:spcAft>
            </a:pPr>
            <a:r>
              <a:rPr sz="2800">
                <a:solidFill>
                  <a:srgbClr val="2B2D42"/>
                </a:solidFill>
                <a:latin typeface="Segoe UI"/>
              </a:rPr>
              <a:t>Counseling: [COUNSELING CENTER, PHONE]</a:t>
            </a:r>
          </a:p>
          <a:p>
            <a:pPr>
              <a:spcAft>
                <a:spcPts val="1000"/>
              </a:spcAft>
            </a:pPr>
            <a:r>
              <a:rPr sz="2800">
                <a:solidFill>
                  <a:srgbClr val="2B2D42"/>
                </a:solidFill>
                <a:latin typeface="Segoe UI"/>
              </a:rPr>
              <a:t>Title IX office: [NAME, PHONE]</a:t>
            </a:r>
          </a:p>
          <a:p>
            <a:pPr>
              <a:spcAft>
                <a:spcPts val="1000"/>
              </a:spcAft>
            </a:pPr>
            <a:r>
              <a:rPr sz="2800">
                <a:solidFill>
                  <a:srgbClr val="2B2D42"/>
                </a:solidFill>
                <a:latin typeface="Segoe UI"/>
              </a:rPr>
              <a:t>988: call or text 988</a:t>
            </a:r>
          </a:p>
          <a:p>
            <a:pPr>
              <a:spcAft>
                <a:spcPts val="1000"/>
              </a:spcAft>
            </a:pPr>
            <a:r>
              <a:rPr sz="2800">
                <a:solidFill>
                  <a:srgbClr val="2B2D42"/>
                </a:solidFill>
                <a:latin typeface="Segoe UI"/>
              </a:rPr>
              <a:t>Crisis Text Line: text HOME to 741741</a:t>
            </a:r>
          </a:p>
          <a:p>
            <a:pPr>
              <a:spcAft>
                <a:spcPts val="1000"/>
              </a:spcAft>
            </a:pPr>
            <a:r>
              <a:rPr sz="2800">
                <a:solidFill>
                  <a:srgbClr val="2B2D42"/>
                </a:solidFill>
                <a:latin typeface="Segoe UI"/>
              </a:rPr>
              <a:t>Scams: reportfraud.ftc.gov · Crime: ic3.gov [VERIFY]</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2 · 11 of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Evaluation card</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Anonymous: no names, no student ID numbers</a:t>
            </a:r>
          </a:p>
          <a:p>
            <a:pPr>
              <a:spcAft>
                <a:spcPts val="1000"/>
              </a:spcAft>
            </a:pPr>
            <a:r>
              <a:rPr sz="2800">
                <a:solidFill>
                  <a:srgbClr val="2B2D42"/>
                </a:solidFill>
                <a:latin typeface="Segoe UI"/>
              </a:rPr>
              <a:t>Two circle questions, one fill-in</a:t>
            </a:r>
          </a:p>
          <a:p>
            <a:pPr>
              <a:spcAft>
                <a:spcPts val="1000"/>
              </a:spcAft>
            </a:pPr>
            <a:r>
              <a:rPr sz="2800">
                <a:solidFill>
                  <a:srgbClr val="2B2D42"/>
                </a:solidFill>
                <a:latin typeface="Segoe UI"/>
              </a:rPr>
              <a:t>Leave it on the table or hand it in on the way out</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2 · 12 of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Safety for College Students: Session 2, Locks You Will Actually Use: Accounts, Passkeys and Devices</dc:title>
  <dc:subject>(c) 2026 Competence Collective. CC BY-NC 4.0 for lesson text; Hackles name, logos and artwork excluded.</dc:subject>
  <dc:creator>Competence Collective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en-US</dc:language>
</cp:coreProperties>
</file>