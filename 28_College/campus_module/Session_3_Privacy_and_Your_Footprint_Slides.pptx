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about being in charge of your own information. I am not going to tell you to disappear from the internet. That is not realistic, and you have reasons to be visible, such as friends, a portfolio, a business, a team. The goal is to choose what is visible to whom.</a:t>
            </a:r>
          </a:p>
          <a:p/>
          <a:p>
            <a:r>
              <a:t>Three layers to keep in mind. First, what you post yourself. Second, what other people post about you: photos, tags, comments, group chats that get screenshot. Third, what is collected about you by apps, websites and data brokers whether or not you ever posted anything. We have different amounts of control over each layer, and I will show you where the levers are.</a:t>
            </a:r>
          </a:p>
          <a:p/>
          <a:p>
            <a:r>
              <a:t>One rule for the whole session. Audit yourself and nobody else. Please do not look up classmates or ex-partners. Looking up other people is how a tool that can protect you turns into a way to harm somebody.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Location. Many apps ask for your location "always." For most, "while using" is enough, and "never" is fine for some. Phones also keep a log of places you visit and let you share your live location with friends. Sharing with friends can be very useful for getting home safely. The trap is leaving it on forever with a long list of people. Set an end time, and review the list each semester. If a partner or a roommate asks you to share your location all the time, we will talk in Session 6 about why that deserves a second thought.</a:t>
            </a:r>
          </a:p>
          <a:p/>
          <a:p>
            <a:r>
              <a:t>Photos and posts. A picture can show a building, a street sign, a license plate, a room number or a class schedule on a desk. Some services strip location data from photos you upload and some do not [VERIFY for the platforms you use]. A simple habit helps: post after you have left a place, and keep your room number, your schedule and your commute off public posts. The point is to keep strangers from getting a free map.</a:t>
            </a:r>
          </a:p>
          <a:p/>
          <a:p>
            <a:r>
              <a:t>App permissions. On your phone, open the privacy settings and look at which apps can use location, contacts, camera, microphone and photos. Many students are surprised. Turn off what an app does not need to do its job. Also note your browser's and your phone's advertising settings; they limit some tracking but do not stop it [VERIFY].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brokers are companies that gather information about people from public records, apps and purchases, then sell or lease it. Some run people-search sites where a name brings up an address, a phone number and a list of relatives. Most have a form to request removal. It is slow because there are many of them, and information often reappears, so removal is something you repeat once or twice a year [VERIFY]. Some states give residents extra rights to ask for deletion [VERIFY for your state]. A paid service can do the repeating for you, at a cost and with its own privacy trade-offs, so read before you hand over information [VERIFY].</a:t>
            </a:r>
          </a:p>
          <a:p/>
          <a:p>
            <a:r>
              <a:t>The job search. Employers and landlords sometimes search applicants' names [VERIFY: practices and legal limits vary]. Open a private window and search your name in quotes, your name plus your college, and your usernames. Ask yourself what a stranger would conclude. Then three practical moves. Take down or hide what you would not want a hiring manager to read, using the platform settings. Ask friends to remove a tagged photo with a short, friendly message. And build one professional profile that is easy to find, so it is the first thing people see. If an old post is embarrassing but ordinary, it often does not matter. You are looking for what could be misread, and what shows your address.</a:t>
            </a:r>
          </a:p>
          <a:p/>
          <a:p>
            <a:r>
              <a:t>A caution about job offers and your information. A fake recruiter can be a way to collect your Social Security number, address and bank details. Do not hand over that information until you have verified the employer and have an actual offer. That connects back to Session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Each student works alone with a worksheet and their own phone or a lab computer. Nobody shares what they find. Remind the room: only your own name and accounts.</a:t>
            </a:r>
          </a:p>
          <a:p/>
          <a:p>
            <a:r>
              <a:t>Steps: Search your name in a private window, in quotes. Note anything that shows your address, phone number, or a post you would reword today. (4 min) Open your phone's location settings. Count how many apps have "always." Change at least one to "while using" or "never." (3 min) Open your live-location sharing list. Remove one person or set an end time. (2 min) On one social account, check who can see your posts and who can tag you. (3 min) Choose your three actions for the week and write them on the worksheet. Share only the actions, if you want, with a partner. (3 min)</a:t>
            </a:r>
          </a:p>
          <a:p/>
          <a:p>
            <a:r>
              <a:t>Timer: 15 minutes. Remind students that the audit is for decisions, not for panic. Most of what they find will be ordinary.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The Takedown Request: Pairs. Partner A practices a short, friendly message to a friend asking them to take down a tagged photo: "Hey, that is a fun picture, and I would rather it not be tagged with my name. Could you take it down or change the tag?" Partner B plays the friend and answers kindly: "Of course, done." Then they swap and practice a second line for a friend who says no: "I get it, and I am asking again. If it stays up I will report it to the platform." No one plays someone who refuses harshly.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What surprised you in your audit, if you are willing to say? You can describe it without details. What is the difference between sharing your location with a friend for a night and leaving it on indefinitely? Who has the right to ask you to share your location or your passwords? How do you say no kindly? How do we respect other people's privacy when we post photos from events?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Privacy discussions can surface stalking, harassment or fear of an ex-partner, or a student who is hiding from someone. Do not ask for details. Offer [CAMPUS POLICE], [TITLE IX OFFICE] and [COUNSELING CENTER], and, if the student wishes, a confidential advocate. Hotline: loveisrespect (1-866-331-9474 or text LOVEIS to 22522) [VERIFY]. If a student says their address or schedule was posted publicly to harass them, treat it as harassment (Session 6) and mention [CAMPUS POLICE] and the platform's report form. Do not accept or request a copy of private information in class. If a student pastes their data or someone else's data on a screen, close it and say so kindly.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3: Your Footprint: Privacy, Location and the Job Search</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A free kit by Competence Collective</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Describe three layers of a digital footprint: what you post, what others post about you, and what is collected about you.</a:t>
            </a:r>
          </a:p>
          <a:p>
            <a:pPr>
              <a:spcAft>
                <a:spcPts val="1000"/>
              </a:spcAft>
            </a:pPr>
            <a:r>
              <a:rPr sz="2400">
                <a:solidFill>
                  <a:srgbClr val="2B2D42"/>
                </a:solidFill>
                <a:latin typeface="Segoe UI"/>
              </a:rPr>
              <a:t>Review your own location-sharing and app permissions and change at least one.</a:t>
            </a:r>
          </a:p>
          <a:p>
            <a:pPr>
              <a:spcAft>
                <a:spcPts val="1000"/>
              </a:spcAft>
            </a:pPr>
            <a:r>
              <a:rPr sz="2400">
                <a:solidFill>
                  <a:srgbClr val="2B2D42"/>
                </a:solidFill>
                <a:latin typeface="Segoe UI"/>
              </a:rPr>
              <a:t>Explain what a data broker is and how a person can ask for removal.</a:t>
            </a:r>
          </a:p>
          <a:p>
            <a:pPr>
              <a:spcAft>
                <a:spcPts val="1000"/>
              </a:spcAft>
            </a:pPr>
            <a:r>
              <a:rPr sz="2400">
                <a:solidFill>
                  <a:srgbClr val="2B2D42"/>
                </a:solidFill>
                <a:latin typeface="Segoe UI"/>
              </a:rPr>
              <a:t>Search your own name the way an employer or landlord might, and decide what to do about what you find.</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who is looking, and why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Employers, landlords and curious strangers search names</a:t>
            </a:r>
          </a:p>
          <a:p>
            <a:pPr>
              <a:spcAft>
                <a:spcPts val="1000"/>
              </a:spcAft>
            </a:pPr>
            <a:r>
              <a:rPr sz="2800">
                <a:solidFill>
                  <a:srgbClr val="2B2D42"/>
                </a:solidFill>
                <a:latin typeface="Segoe UI"/>
              </a:rPr>
              <a:t>Three layers: what you post, what others post, what is collected</a:t>
            </a:r>
          </a:p>
          <a:p>
            <a:pPr>
              <a:spcAft>
                <a:spcPts val="1000"/>
              </a:spcAft>
            </a:pPr>
            <a:r>
              <a:rPr sz="2800">
                <a:solidFill>
                  <a:srgbClr val="2B2D42"/>
                </a:solidFill>
                <a:latin typeface="Segoe UI"/>
              </a:rPr>
              <a:t>Today you audit yourself, only yourself</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Location, apps and what gets collected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Location sharing: choose "while using the app" and set an end time</a:t>
            </a:r>
          </a:p>
          <a:p>
            <a:pPr>
              <a:spcAft>
                <a:spcPts val="1000"/>
              </a:spcAft>
            </a:pPr>
            <a:r>
              <a:rPr sz="2400">
                <a:solidFill>
                  <a:srgbClr val="2B2D42"/>
                </a:solidFill>
                <a:latin typeface="Segoe UI"/>
              </a:rPr>
              <a:t>Photos can carry location data; check platform behavior [VERIFY]</a:t>
            </a:r>
          </a:p>
          <a:p>
            <a:pPr>
              <a:spcAft>
                <a:spcPts val="1000"/>
              </a:spcAft>
            </a:pPr>
            <a:r>
              <a:rPr sz="2400">
                <a:solidFill>
                  <a:srgbClr val="2B2D42"/>
                </a:solidFill>
                <a:latin typeface="Segoe UI"/>
              </a:rPr>
              <a:t>Posts about where you live and when you are away are information</a:t>
            </a:r>
          </a:p>
          <a:p>
            <a:pPr>
              <a:spcAft>
                <a:spcPts val="1000"/>
              </a:spcAft>
            </a:pPr>
            <a:r>
              <a:rPr sz="2400">
                <a:solidFill>
                  <a:srgbClr val="2B2D42"/>
                </a:solidFill>
                <a:latin typeface="Segoe UI"/>
              </a:rPr>
              <a:t>Review permissions: does this app need your location, contacts, microphone?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Data brokers and the job-search footprint</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Data brokers collect and sell personal details: name, address, phone, relatives</a:t>
            </a:r>
          </a:p>
          <a:p>
            <a:pPr>
              <a:spcAft>
                <a:spcPts val="1000"/>
              </a:spcAft>
            </a:pPr>
            <a:r>
              <a:rPr sz="2800">
                <a:solidFill>
                  <a:srgbClr val="2B2D42"/>
                </a:solidFill>
                <a:latin typeface="Segoe UI"/>
              </a:rPr>
              <a:t>Opt-outs exist but are manual and need repeating [VERIFY]</a:t>
            </a:r>
          </a:p>
          <a:p>
            <a:pPr>
              <a:spcAft>
                <a:spcPts val="1000"/>
              </a:spcAft>
            </a:pPr>
            <a:r>
              <a:rPr sz="2800">
                <a:solidFill>
                  <a:srgbClr val="2B2D42"/>
                </a:solidFill>
                <a:latin typeface="Segoe UI"/>
              </a:rPr>
              <a:t>Search your own name in a private window</a:t>
            </a:r>
          </a:p>
          <a:p>
            <a:pPr>
              <a:spcAft>
                <a:spcPts val="1000"/>
              </a:spcAft>
            </a:pPr>
            <a:r>
              <a:rPr sz="2800">
                <a:solidFill>
                  <a:srgbClr val="2B2D42"/>
                </a:solidFill>
                <a:latin typeface="Segoe UI"/>
              </a:rPr>
              <a:t>Employers and landlords may look; keep one clean professional profile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Footprint Audit (private)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Search your name in a private window, in quotes</a:t>
            </a:r>
          </a:p>
          <a:p>
            <a:pPr>
              <a:spcAft>
                <a:spcPts val="1000"/>
              </a:spcAft>
            </a:pPr>
            <a:r>
              <a:rPr sz="2400">
                <a:solidFill>
                  <a:srgbClr val="2B2D42"/>
                </a:solidFill>
                <a:latin typeface="Segoe UI"/>
              </a:rPr>
              <a:t>Open your phone's location settings</a:t>
            </a:r>
          </a:p>
          <a:p>
            <a:pPr>
              <a:spcAft>
                <a:spcPts val="1000"/>
              </a:spcAft>
            </a:pPr>
            <a:r>
              <a:rPr sz="2400">
                <a:solidFill>
                  <a:srgbClr val="2B2D42"/>
                </a:solidFill>
                <a:latin typeface="Segoe UI"/>
              </a:rPr>
              <a:t>Open your live-location sharing list</a:t>
            </a:r>
          </a:p>
          <a:p>
            <a:pPr>
              <a:spcAft>
                <a:spcPts val="1000"/>
              </a:spcAft>
            </a:pPr>
            <a:r>
              <a:rPr sz="2400">
                <a:solidFill>
                  <a:srgbClr val="2B2D42"/>
                </a:solidFill>
                <a:latin typeface="Segoe UI"/>
              </a:rPr>
              <a:t>On one social account, check who can see your posts and who can tag you.</a:t>
            </a:r>
          </a:p>
          <a:p>
            <a:pPr>
              <a:spcAft>
                <a:spcPts val="1000"/>
              </a:spcAft>
            </a:pPr>
            <a:r>
              <a:rPr sz="2400">
                <a:solidFill>
                  <a:srgbClr val="2B2D42"/>
                </a:solidFill>
                <a:latin typeface="Segoe UI"/>
              </a:rPr>
              <a:t>Choose your three actions for the week and write them on the worksheet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What surprised you in your audit, if you are willing to say? You can describe it without details.</a:t>
            </a:r>
          </a:p>
          <a:p>
            <a:pPr>
              <a:spcAft>
                <a:spcPts val="1000"/>
              </a:spcAft>
            </a:pPr>
            <a:r>
              <a:rPr sz="2400">
                <a:solidFill>
                  <a:srgbClr val="2B2D42"/>
                </a:solidFill>
                <a:latin typeface="Segoe UI"/>
              </a:rPr>
              <a:t>What is the difference between sharing your location with a friend for a night and leaving it on indefinitely?</a:t>
            </a:r>
          </a:p>
          <a:p>
            <a:pPr>
              <a:spcAft>
                <a:spcPts val="1000"/>
              </a:spcAft>
            </a:pPr>
            <a:r>
              <a:rPr sz="2400">
                <a:solidFill>
                  <a:srgbClr val="2B2D42"/>
                </a:solidFill>
                <a:latin typeface="Segoe UI"/>
              </a:rPr>
              <a:t>Who has the right to ask you to share your location or your passwords? How do you say no kindly?</a:t>
            </a:r>
          </a:p>
          <a:p>
            <a:pPr>
              <a:spcAft>
                <a:spcPts val="1000"/>
              </a:spcAft>
            </a:pPr>
            <a:r>
              <a:rPr sz="2400">
                <a:solidFill>
                  <a:srgbClr val="2B2D42"/>
                </a:solidFill>
                <a:latin typeface="Segoe UI"/>
              </a:rPr>
              <a:t>How do we respect other people's privacy when we post photos from events?</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You cannot control everything about your footprint, and you can control more than you think. Audit yourself, set an end time on location, ask politely for removals, and keep one clean professional profile.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3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3, Your Footprint: Privacy, Location and the Job Search</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